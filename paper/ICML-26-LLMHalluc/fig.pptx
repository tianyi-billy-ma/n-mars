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60" r:id="rId5"/>
    <p:sldId id="261" r:id="rId6"/>
    <p:sldId id="262" r:id="rId7"/>
    <p:sldId id="263" r:id="rId8"/>
    <p:sldId id="264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6C6AD"/>
    <a:srgbClr val="FF7D7A"/>
    <a:srgbClr val="A7CAED"/>
    <a:srgbClr val="FF7E79"/>
    <a:srgbClr val="FF2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335"/>
    <p:restoredTop sz="94677"/>
  </p:normalViewPr>
  <p:slideViewPr>
    <p:cSldViewPr snapToGrid="0">
      <p:cViewPr varScale="1">
        <p:scale>
          <a:sx n="210" d="100"/>
          <a:sy n="210" d="100"/>
        </p:scale>
        <p:origin x="1704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315E92-F6A8-0E67-633F-4A3F2A25D5A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23FB0C9-2493-AFB5-0FF4-65AE1314038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6C124C-7ED9-579D-7839-B572182673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506C6E-8587-2F41-B909-1DF4FAE23B86}" type="datetimeFigureOut">
              <a:rPr lang="en-US" smtClean="0"/>
              <a:t>1/28/26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1B413E-5968-A315-B7F8-E071BC14E6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4AF8E0-4DD5-D657-3C24-6E0ADE5B33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39E1AF-EDE2-E94F-BA31-3E052DB9A9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5336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C148FC-B5C0-1658-B690-A569BBC0EC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282F68-DC6E-945C-B77B-BAD87B4A65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0ADB48-F5EF-56A3-0A60-4E25A6CCFE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506C6E-8587-2F41-B909-1DF4FAE23B86}" type="datetimeFigureOut">
              <a:rPr lang="en-US" smtClean="0"/>
              <a:t>1/28/26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3CA6595-397B-7D68-C052-82A5D8BFBD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42AD14-48E1-38F9-66FB-0BC9C60CE8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39E1AF-EDE2-E94F-BA31-3E052DB9A9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31136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F485C5-AEE9-0C9F-B4CE-683A236F38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26F25AC-D7CD-E583-E061-057112469D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9736EAB-0527-4E43-B003-B3011217C2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506C6E-8587-2F41-B909-1DF4FAE23B86}" type="datetimeFigureOut">
              <a:rPr lang="en-US" smtClean="0"/>
              <a:t>1/28/26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BDAC65-D547-4BBA-657C-009D076C5E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81134A-A685-9EF9-0949-375A1DA59C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39E1AF-EDE2-E94F-BA31-3E052DB9A9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62345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956FFE-5A5D-93D5-AC22-D6DFBF349F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465840-8F1B-46B6-51EC-2448AF2E56F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0C75BF8-0A03-7AF6-AC56-7DD10A592C7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CCE7742-077E-AD15-2529-61F128096B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506C6E-8587-2F41-B909-1DF4FAE23B86}" type="datetimeFigureOut">
              <a:rPr lang="en-US" smtClean="0"/>
              <a:t>1/28/26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B5C9E23-7CC5-DDA6-826F-D3B37F1BD0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7BAAFA2-3CEC-1275-FD87-89A8566A6C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39E1AF-EDE2-E94F-BA31-3E052DB9A9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00259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7C8D4B-974C-655B-ECEF-203BCD3279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3DA42F4-4C90-165E-F5F0-CC091DB03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F52AB23-B8F3-859B-FE9C-EC79133766E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38F31B4-61C5-D047-E527-DD198CC0CFA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96334C1-D34F-7CE6-6BEC-6C3BE6D75D4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D157010-7A8F-D9A2-84B0-434EBC7D0B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506C6E-8587-2F41-B909-1DF4FAE23B86}" type="datetimeFigureOut">
              <a:rPr lang="en-US" smtClean="0"/>
              <a:t>1/28/26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D84903F-5E2C-FF31-3F5F-94DF4397FE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A70A40B-84EC-39E5-D5D3-6C3DBAB809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39E1AF-EDE2-E94F-BA31-3E052DB9A9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98176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6B09B5-D64B-8A40-5A9C-7D258B0F5C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67EFF1B-96A9-CC4D-A177-D404061DC9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506C6E-8587-2F41-B909-1DF4FAE23B86}" type="datetimeFigureOut">
              <a:rPr lang="en-US" smtClean="0"/>
              <a:t>1/28/26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1DCD814-C9F4-73DD-3938-1E59789A61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90CCCC4-8CC3-D5C6-7800-5D77363E0C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39E1AF-EDE2-E94F-BA31-3E052DB9A9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9730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610630D-7C9F-73FA-8D4F-7B9931BDE4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506C6E-8587-2F41-B909-1DF4FAE23B86}" type="datetimeFigureOut">
              <a:rPr lang="en-US" smtClean="0"/>
              <a:t>1/28/26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528F215-8551-D275-9BA2-CE8982F9C0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4FAB4E5-3C70-83AC-F0BE-CBB2B74C13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39E1AF-EDE2-E94F-BA31-3E052DB9A9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5061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FEDFB6-4214-9BC3-E43B-01BF0D7F5F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BF0937-A637-64A3-15A5-AD45F8555A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BCB8A40-F12A-8075-3C74-9E7743F75AF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431997A-6B3F-F4D9-CA68-30D8978975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506C6E-8587-2F41-B909-1DF4FAE23B86}" type="datetimeFigureOut">
              <a:rPr lang="en-US" smtClean="0"/>
              <a:t>1/28/26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5656D96-1BCF-3823-412D-B61965F9EA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C368510-4037-B289-A5FC-13F2053750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39E1AF-EDE2-E94F-BA31-3E052DB9A9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54836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FF8181-2B8C-0CC3-F92E-A11890EA41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9926CE2-18DE-1C1A-944D-28C7E4DE708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A30619B-4D86-BA8F-65F7-27A6EFD510E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E443F98-4DDF-A804-4719-2ECC7614E1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506C6E-8587-2F41-B909-1DF4FAE23B86}" type="datetimeFigureOut">
              <a:rPr lang="en-US" smtClean="0"/>
              <a:t>1/28/26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D01B29F-9811-3E83-B64F-59B1F054F8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B60190D-5B71-F55B-9D5D-D6316FD6C2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39E1AF-EDE2-E94F-BA31-3E052DB9A9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8852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61B352-EF07-C366-E5D3-254282B569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CC3AA17-FF08-9F80-3FCB-C2F4B759BAA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838C80-B607-E9D0-F17B-460BD23CCB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506C6E-8587-2F41-B909-1DF4FAE23B86}" type="datetimeFigureOut">
              <a:rPr lang="en-US" smtClean="0"/>
              <a:t>1/28/26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46083B-814D-B7B4-6D26-A7F0917B9B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79EBE2-3A90-E1AA-F2D3-7E1EA5BD1C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39E1AF-EDE2-E94F-BA31-3E052DB9A9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62996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019BCE1-9D83-9BDB-BCFC-E7B433E4C48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0464DF2-384B-CDC9-6F75-860F308837C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017C916-339C-47B4-5411-9647ECC40A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506C6E-8587-2F41-B909-1DF4FAE23B86}" type="datetimeFigureOut">
              <a:rPr lang="en-US" smtClean="0"/>
              <a:t>1/28/26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91B645-302E-A954-77AB-D095209EDD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BDF63A2-DC9E-4D49-D98C-BDDD8A7202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39E1AF-EDE2-E94F-BA31-3E052DB9A9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1512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66105DF-C226-3D2C-A978-B446CA92F5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160FE59-4E88-BCCD-E3FE-D5FE04ACA3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0CA19A-9B0F-C452-116B-A636B8DCD65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8506C6E-8587-2F41-B909-1DF4FAE23B86}" type="datetimeFigureOut">
              <a:rPr lang="en-US" smtClean="0"/>
              <a:t>1/28/26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338AC20-36A9-3CBF-E6D5-9D953AAD7D6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90E4C1-CC9E-8363-3096-730420AFE15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F39E1AF-EDE2-E94F-BA31-3E052DB9A9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73457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5.png"/><Relationship Id="rId4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7" name="Table 66">
            <a:extLst>
              <a:ext uri="{FF2B5EF4-FFF2-40B4-BE49-F238E27FC236}">
                <a16:creationId xmlns:a16="http://schemas.microsoft.com/office/drawing/2014/main" id="{70107359-3EB4-3CCE-24FE-12DED52C2DD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93724940"/>
              </p:ext>
            </p:extLst>
          </p:nvPr>
        </p:nvGraphicFramePr>
        <p:xfrm>
          <a:off x="4335503" y="2036531"/>
          <a:ext cx="3796740" cy="9144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32790">
                  <a:extLst>
                    <a:ext uri="{9D8B030D-6E8A-4147-A177-3AD203B41FA5}">
                      <a16:colId xmlns:a16="http://schemas.microsoft.com/office/drawing/2014/main" val="1125551485"/>
                    </a:ext>
                  </a:extLst>
                </a:gridCol>
                <a:gridCol w="632790">
                  <a:extLst>
                    <a:ext uri="{9D8B030D-6E8A-4147-A177-3AD203B41FA5}">
                      <a16:colId xmlns:a16="http://schemas.microsoft.com/office/drawing/2014/main" val="799101235"/>
                    </a:ext>
                  </a:extLst>
                </a:gridCol>
                <a:gridCol w="632790">
                  <a:extLst>
                    <a:ext uri="{9D8B030D-6E8A-4147-A177-3AD203B41FA5}">
                      <a16:colId xmlns:a16="http://schemas.microsoft.com/office/drawing/2014/main" val="1124319696"/>
                    </a:ext>
                  </a:extLst>
                </a:gridCol>
                <a:gridCol w="632790">
                  <a:extLst>
                    <a:ext uri="{9D8B030D-6E8A-4147-A177-3AD203B41FA5}">
                      <a16:colId xmlns:a16="http://schemas.microsoft.com/office/drawing/2014/main" val="4214717408"/>
                    </a:ext>
                  </a:extLst>
                </a:gridCol>
                <a:gridCol w="632790">
                  <a:extLst>
                    <a:ext uri="{9D8B030D-6E8A-4147-A177-3AD203B41FA5}">
                      <a16:colId xmlns:a16="http://schemas.microsoft.com/office/drawing/2014/main" val="2190391017"/>
                    </a:ext>
                  </a:extLst>
                </a:gridCol>
                <a:gridCol w="632790">
                  <a:extLst>
                    <a:ext uri="{9D8B030D-6E8A-4147-A177-3AD203B41FA5}">
                      <a16:colId xmlns:a16="http://schemas.microsoft.com/office/drawing/2014/main" val="3845941381"/>
                    </a:ext>
                  </a:extLst>
                </a:gridCol>
              </a:tblGrid>
              <a:tr h="18288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She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lives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90150401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She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lives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LA</a:t>
                      </a:r>
                    </a:p>
                  </a:txBody>
                  <a:tcPr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Times New Roman" panose="020206030504050203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a:t>&lt;BK&gt;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96903236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She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lives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LA</a:t>
                      </a:r>
                    </a:p>
                  </a:txBody>
                  <a:tcPr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Times New Roman" panose="020206030504050203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a:t>&lt;BK&gt;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21340569"/>
                  </a:ext>
                </a:extLst>
              </a:tr>
            </a:tbl>
          </a:graphicData>
        </a:graphic>
      </p:graphicFrame>
      <p:graphicFrame>
        <p:nvGraphicFramePr>
          <p:cNvPr id="69" name="Table 68">
            <a:extLst>
              <a:ext uri="{FF2B5EF4-FFF2-40B4-BE49-F238E27FC236}">
                <a16:creationId xmlns:a16="http://schemas.microsoft.com/office/drawing/2014/main" id="{61BD8DE9-6BA0-859B-197D-47FD5A2BC97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53427292"/>
              </p:ext>
            </p:extLst>
          </p:nvPr>
        </p:nvGraphicFramePr>
        <p:xfrm>
          <a:off x="4335503" y="1352643"/>
          <a:ext cx="3796740" cy="3048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32790">
                  <a:extLst>
                    <a:ext uri="{9D8B030D-6E8A-4147-A177-3AD203B41FA5}">
                      <a16:colId xmlns:a16="http://schemas.microsoft.com/office/drawing/2014/main" val="1125551485"/>
                    </a:ext>
                  </a:extLst>
                </a:gridCol>
                <a:gridCol w="632790">
                  <a:extLst>
                    <a:ext uri="{9D8B030D-6E8A-4147-A177-3AD203B41FA5}">
                      <a16:colId xmlns:a16="http://schemas.microsoft.com/office/drawing/2014/main" val="799101235"/>
                    </a:ext>
                  </a:extLst>
                </a:gridCol>
                <a:gridCol w="632790">
                  <a:extLst>
                    <a:ext uri="{9D8B030D-6E8A-4147-A177-3AD203B41FA5}">
                      <a16:colId xmlns:a16="http://schemas.microsoft.com/office/drawing/2014/main" val="1124319696"/>
                    </a:ext>
                  </a:extLst>
                </a:gridCol>
                <a:gridCol w="632790">
                  <a:extLst>
                    <a:ext uri="{9D8B030D-6E8A-4147-A177-3AD203B41FA5}">
                      <a16:colId xmlns:a16="http://schemas.microsoft.com/office/drawing/2014/main" val="4214717408"/>
                    </a:ext>
                  </a:extLst>
                </a:gridCol>
                <a:gridCol w="632790">
                  <a:extLst>
                    <a:ext uri="{9D8B030D-6E8A-4147-A177-3AD203B41FA5}">
                      <a16:colId xmlns:a16="http://schemas.microsoft.com/office/drawing/2014/main" val="2190391017"/>
                    </a:ext>
                  </a:extLst>
                </a:gridCol>
                <a:gridCol w="632790">
                  <a:extLst>
                    <a:ext uri="{9D8B030D-6E8A-4147-A177-3AD203B41FA5}">
                      <a16:colId xmlns:a16="http://schemas.microsoft.com/office/drawing/2014/main" val="818858518"/>
                    </a:ext>
                  </a:extLst>
                </a:gridCol>
              </a:tblGrid>
              <a:tr h="18288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She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23596755"/>
                  </a:ext>
                </a:extLst>
              </a:tr>
            </a:tbl>
          </a:graphicData>
        </a:graphic>
      </p:graphicFrame>
      <p:sp>
        <p:nvSpPr>
          <p:cNvPr id="70" name="TextBox 69">
            <a:extLst>
              <a:ext uri="{FF2B5EF4-FFF2-40B4-BE49-F238E27FC236}">
                <a16:creationId xmlns:a16="http://schemas.microsoft.com/office/drawing/2014/main" id="{34228B86-BE42-5C9B-1A90-ADAE2EC8FB87}"/>
              </a:ext>
            </a:extLst>
          </p:cNvPr>
          <p:cNvSpPr txBox="1"/>
          <p:nvPr/>
        </p:nvSpPr>
        <p:spPr>
          <a:xfrm>
            <a:off x="6038948" y="1642953"/>
            <a:ext cx="38985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…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70E00DA0-1071-25D3-66BF-E312DD239D17}"/>
              </a:ext>
            </a:extLst>
          </p:cNvPr>
          <p:cNvSpPr/>
          <p:nvPr/>
        </p:nvSpPr>
        <p:spPr>
          <a:xfrm>
            <a:off x="2013404" y="1356136"/>
            <a:ext cx="273722" cy="290310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8B93F0F1-5101-6190-6F90-EAF0BF64EA53}"/>
              </a:ext>
            </a:extLst>
          </p:cNvPr>
          <p:cNvSpPr/>
          <p:nvPr/>
        </p:nvSpPr>
        <p:spPr>
          <a:xfrm>
            <a:off x="2290044" y="1356136"/>
            <a:ext cx="273722" cy="290310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EED804ED-78DA-089A-19D4-72C439A9AAAF}"/>
              </a:ext>
            </a:extLst>
          </p:cNvPr>
          <p:cNvSpPr/>
          <p:nvPr/>
        </p:nvSpPr>
        <p:spPr>
          <a:xfrm>
            <a:off x="2563766" y="1356136"/>
            <a:ext cx="273722" cy="290310"/>
          </a:xfrm>
          <a:prstGeom prst="rect">
            <a:avLst/>
          </a:prstGeom>
          <a:solidFill>
            <a:schemeClr val="tx2">
              <a:lumMod val="50000"/>
              <a:lumOff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36D8171E-4A0D-D225-B0C3-42D77448B269}"/>
              </a:ext>
            </a:extLst>
          </p:cNvPr>
          <p:cNvSpPr/>
          <p:nvPr/>
        </p:nvSpPr>
        <p:spPr>
          <a:xfrm>
            <a:off x="2837488" y="1356136"/>
            <a:ext cx="273722" cy="290310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E0A505EA-2C4E-E1B8-919B-CFDB464D548C}"/>
              </a:ext>
            </a:extLst>
          </p:cNvPr>
          <p:cNvSpPr/>
          <p:nvPr/>
        </p:nvSpPr>
        <p:spPr>
          <a:xfrm>
            <a:off x="2013404" y="1999669"/>
            <a:ext cx="273722" cy="290310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A5F90803-3B32-6CF4-1F0A-FC12D3798A53}"/>
              </a:ext>
            </a:extLst>
          </p:cNvPr>
          <p:cNvSpPr/>
          <p:nvPr/>
        </p:nvSpPr>
        <p:spPr>
          <a:xfrm>
            <a:off x="2290044" y="1999669"/>
            <a:ext cx="273722" cy="290310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F6AB554A-C485-6234-1B4E-A61EE1B294FC}"/>
              </a:ext>
            </a:extLst>
          </p:cNvPr>
          <p:cNvSpPr/>
          <p:nvPr/>
        </p:nvSpPr>
        <p:spPr>
          <a:xfrm>
            <a:off x="2563766" y="1999669"/>
            <a:ext cx="273722" cy="290310"/>
          </a:xfrm>
          <a:prstGeom prst="rect">
            <a:avLst/>
          </a:prstGeom>
          <a:solidFill>
            <a:srgbClr val="FF7E79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EEB1FBC8-142A-CAFC-5911-F9FDE4C44C23}"/>
              </a:ext>
            </a:extLst>
          </p:cNvPr>
          <p:cNvSpPr/>
          <p:nvPr/>
        </p:nvSpPr>
        <p:spPr>
          <a:xfrm>
            <a:off x="2837488" y="1999669"/>
            <a:ext cx="273722" cy="290310"/>
          </a:xfrm>
          <a:prstGeom prst="rect">
            <a:avLst/>
          </a:prstGeom>
          <a:solidFill>
            <a:schemeClr val="tx2">
              <a:lumMod val="50000"/>
              <a:lumOff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6153B33A-6BED-786E-1F06-561968A0B7E7}"/>
              </a:ext>
            </a:extLst>
          </p:cNvPr>
          <p:cNvSpPr/>
          <p:nvPr/>
        </p:nvSpPr>
        <p:spPr>
          <a:xfrm>
            <a:off x="2013404" y="2643203"/>
            <a:ext cx="273722" cy="290310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D5BE5639-3C63-05A1-55DB-F70C4009AF72}"/>
              </a:ext>
            </a:extLst>
          </p:cNvPr>
          <p:cNvSpPr/>
          <p:nvPr/>
        </p:nvSpPr>
        <p:spPr>
          <a:xfrm>
            <a:off x="2290044" y="2643203"/>
            <a:ext cx="273722" cy="290310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FAAF2E35-D000-FB30-CFD5-A80E57D12E98}"/>
              </a:ext>
            </a:extLst>
          </p:cNvPr>
          <p:cNvSpPr/>
          <p:nvPr/>
        </p:nvSpPr>
        <p:spPr>
          <a:xfrm>
            <a:off x="2563766" y="2643203"/>
            <a:ext cx="273722" cy="290310"/>
          </a:xfrm>
          <a:prstGeom prst="rect">
            <a:avLst/>
          </a:prstGeom>
          <a:solidFill>
            <a:srgbClr val="FF7E79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D7A90885-350F-F604-B34A-C6BB06C82DD3}"/>
              </a:ext>
            </a:extLst>
          </p:cNvPr>
          <p:cNvSpPr/>
          <p:nvPr/>
        </p:nvSpPr>
        <p:spPr>
          <a:xfrm>
            <a:off x="2837488" y="2643203"/>
            <a:ext cx="273722" cy="29031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2" name="Straight Connector 71">
            <a:extLst>
              <a:ext uri="{FF2B5EF4-FFF2-40B4-BE49-F238E27FC236}">
                <a16:creationId xmlns:a16="http://schemas.microsoft.com/office/drawing/2014/main" id="{A4767B98-BC65-8A42-68D6-95A0A4D057ED}"/>
              </a:ext>
            </a:extLst>
          </p:cNvPr>
          <p:cNvCxnSpPr>
            <a:stCxn id="45" idx="2"/>
            <a:endCxn id="51" idx="0"/>
          </p:cNvCxnSpPr>
          <p:nvPr/>
        </p:nvCxnSpPr>
        <p:spPr>
          <a:xfrm>
            <a:off x="2150265" y="1646446"/>
            <a:ext cx="0" cy="353223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prstDash val="sysDash"/>
            <a:headEnd type="arrow" w="sm" len="sm"/>
            <a:tailEnd type="arrow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Straight Connector 72">
            <a:extLst>
              <a:ext uri="{FF2B5EF4-FFF2-40B4-BE49-F238E27FC236}">
                <a16:creationId xmlns:a16="http://schemas.microsoft.com/office/drawing/2014/main" id="{3D71F916-980E-49AE-5E79-DF8989C42C1E}"/>
              </a:ext>
            </a:extLst>
          </p:cNvPr>
          <p:cNvCxnSpPr>
            <a:cxnSpLocks/>
            <a:stCxn id="46" idx="2"/>
            <a:endCxn id="52" idx="0"/>
          </p:cNvCxnSpPr>
          <p:nvPr/>
        </p:nvCxnSpPr>
        <p:spPr>
          <a:xfrm>
            <a:off x="2426905" y="1646446"/>
            <a:ext cx="0" cy="353223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prstDash val="sysDash"/>
            <a:headEnd type="arrow" w="sm" len="sm"/>
            <a:tailEnd type="arrow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Straight Connector 75">
            <a:extLst>
              <a:ext uri="{FF2B5EF4-FFF2-40B4-BE49-F238E27FC236}">
                <a16:creationId xmlns:a16="http://schemas.microsoft.com/office/drawing/2014/main" id="{764410B8-2532-FCBE-5C69-7BB5BFC66C29}"/>
              </a:ext>
            </a:extLst>
          </p:cNvPr>
          <p:cNvCxnSpPr>
            <a:cxnSpLocks/>
            <a:stCxn id="47" idx="2"/>
            <a:endCxn id="54" idx="0"/>
          </p:cNvCxnSpPr>
          <p:nvPr/>
        </p:nvCxnSpPr>
        <p:spPr>
          <a:xfrm>
            <a:off x="2700627" y="1646446"/>
            <a:ext cx="273722" cy="353223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prstDash val="sysDash"/>
            <a:headEnd type="arrow" w="sm" len="sm"/>
            <a:tailEnd type="arrow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4" name="Rectangle 83">
            <a:extLst>
              <a:ext uri="{FF2B5EF4-FFF2-40B4-BE49-F238E27FC236}">
                <a16:creationId xmlns:a16="http://schemas.microsoft.com/office/drawing/2014/main" id="{3C2CD31B-0F32-E21A-EE34-149F222CF941}"/>
              </a:ext>
            </a:extLst>
          </p:cNvPr>
          <p:cNvSpPr/>
          <p:nvPr/>
        </p:nvSpPr>
        <p:spPr>
          <a:xfrm>
            <a:off x="3112670" y="2643203"/>
            <a:ext cx="273722" cy="290310"/>
          </a:xfrm>
          <a:prstGeom prst="rect">
            <a:avLst/>
          </a:prstGeom>
          <a:solidFill>
            <a:schemeClr val="tx2">
              <a:lumMod val="50000"/>
              <a:lumOff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5" name="Rectangle 84">
            <a:extLst>
              <a:ext uri="{FF2B5EF4-FFF2-40B4-BE49-F238E27FC236}">
                <a16:creationId xmlns:a16="http://schemas.microsoft.com/office/drawing/2014/main" id="{45493723-CD38-5743-A95B-7110A357D234}"/>
              </a:ext>
            </a:extLst>
          </p:cNvPr>
          <p:cNvSpPr/>
          <p:nvPr/>
        </p:nvSpPr>
        <p:spPr>
          <a:xfrm>
            <a:off x="3386392" y="2643203"/>
            <a:ext cx="273722" cy="290310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7" name="Rounded Rectangle 96">
            <a:extLst>
              <a:ext uri="{FF2B5EF4-FFF2-40B4-BE49-F238E27FC236}">
                <a16:creationId xmlns:a16="http://schemas.microsoft.com/office/drawing/2014/main" id="{7BE0D01F-17A8-3641-9968-6F358EF5C0C6}"/>
              </a:ext>
            </a:extLst>
          </p:cNvPr>
          <p:cNvSpPr/>
          <p:nvPr/>
        </p:nvSpPr>
        <p:spPr>
          <a:xfrm>
            <a:off x="1971994" y="1955103"/>
            <a:ext cx="630264" cy="371959"/>
          </a:xfrm>
          <a:prstGeom prst="roundRect">
            <a:avLst/>
          </a:prstGeom>
          <a:noFill/>
          <a:ln w="12700">
            <a:solidFill>
              <a:schemeClr val="tx1">
                <a:lumMod val="50000"/>
                <a:lumOff val="50000"/>
              </a:schemeClr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8" name="Rounded Rectangle 97">
            <a:extLst>
              <a:ext uri="{FF2B5EF4-FFF2-40B4-BE49-F238E27FC236}">
                <a16:creationId xmlns:a16="http://schemas.microsoft.com/office/drawing/2014/main" id="{DF8D8AD9-694A-BADD-EF27-5E1665548B48}"/>
              </a:ext>
            </a:extLst>
          </p:cNvPr>
          <p:cNvSpPr/>
          <p:nvPr/>
        </p:nvSpPr>
        <p:spPr>
          <a:xfrm>
            <a:off x="2522356" y="1306729"/>
            <a:ext cx="630264" cy="371959"/>
          </a:xfrm>
          <a:prstGeom prst="roundRect">
            <a:avLst/>
          </a:prstGeom>
          <a:noFill/>
          <a:ln w="12700">
            <a:solidFill>
              <a:schemeClr val="tx1">
                <a:lumMod val="50000"/>
                <a:lumOff val="50000"/>
              </a:schemeClr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00" name="Curved Connector 99">
            <a:extLst>
              <a:ext uri="{FF2B5EF4-FFF2-40B4-BE49-F238E27FC236}">
                <a16:creationId xmlns:a16="http://schemas.microsoft.com/office/drawing/2014/main" id="{BE757049-CE32-7940-8144-8A979E0158C1}"/>
              </a:ext>
            </a:extLst>
          </p:cNvPr>
          <p:cNvCxnSpPr>
            <a:cxnSpLocks/>
            <a:stCxn id="97" idx="2"/>
            <a:endCxn id="107" idx="0"/>
          </p:cNvCxnSpPr>
          <p:nvPr/>
        </p:nvCxnSpPr>
        <p:spPr>
          <a:xfrm rot="5400000">
            <a:off x="2150608" y="2462118"/>
            <a:ext cx="271575" cy="1462"/>
          </a:xfrm>
          <a:prstGeom prst="curvedConnector3">
            <a:avLst>
              <a:gd name="adj1" fmla="val 50000"/>
            </a:avLst>
          </a:prstGeom>
          <a:ln>
            <a:solidFill>
              <a:schemeClr val="tx2">
                <a:lumMod val="25000"/>
                <a:lumOff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" name="Curved Connector 105">
            <a:extLst>
              <a:ext uri="{FF2B5EF4-FFF2-40B4-BE49-F238E27FC236}">
                <a16:creationId xmlns:a16="http://schemas.microsoft.com/office/drawing/2014/main" id="{C629079B-CC7D-8FE9-E6A5-33C9FADF9D9A}"/>
              </a:ext>
            </a:extLst>
          </p:cNvPr>
          <p:cNvCxnSpPr>
            <a:cxnSpLocks/>
            <a:stCxn id="98" idx="3"/>
            <a:endCxn id="108" idx="0"/>
          </p:cNvCxnSpPr>
          <p:nvPr/>
        </p:nvCxnSpPr>
        <p:spPr>
          <a:xfrm>
            <a:off x="3152620" y="1492709"/>
            <a:ext cx="233772" cy="1109669"/>
          </a:xfrm>
          <a:prstGeom prst="curvedConnector2">
            <a:avLst/>
          </a:prstGeom>
          <a:ln>
            <a:solidFill>
              <a:schemeClr val="tx2">
                <a:lumMod val="25000"/>
                <a:lumOff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7" name="Rounded Rectangle 106">
            <a:extLst>
              <a:ext uri="{FF2B5EF4-FFF2-40B4-BE49-F238E27FC236}">
                <a16:creationId xmlns:a16="http://schemas.microsoft.com/office/drawing/2014/main" id="{AD052E3B-B509-54DF-5EA7-D11E8EBCCA1E}"/>
              </a:ext>
            </a:extLst>
          </p:cNvPr>
          <p:cNvSpPr/>
          <p:nvPr/>
        </p:nvSpPr>
        <p:spPr>
          <a:xfrm>
            <a:off x="1970532" y="2598637"/>
            <a:ext cx="630264" cy="371959"/>
          </a:xfrm>
          <a:prstGeom prst="roundRect">
            <a:avLst/>
          </a:prstGeom>
          <a:noFill/>
          <a:ln w="12700">
            <a:solidFill>
              <a:schemeClr val="tx1">
                <a:lumMod val="50000"/>
                <a:lumOff val="50000"/>
              </a:schemeClr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8" name="Rounded Rectangle 107">
            <a:extLst>
              <a:ext uri="{FF2B5EF4-FFF2-40B4-BE49-F238E27FC236}">
                <a16:creationId xmlns:a16="http://schemas.microsoft.com/office/drawing/2014/main" id="{B09FA047-AAE4-3CB1-D11D-4C7A1DE3FAE4}"/>
              </a:ext>
            </a:extLst>
          </p:cNvPr>
          <p:cNvSpPr/>
          <p:nvPr/>
        </p:nvSpPr>
        <p:spPr>
          <a:xfrm>
            <a:off x="3071260" y="2602378"/>
            <a:ext cx="630264" cy="371959"/>
          </a:xfrm>
          <a:prstGeom prst="roundRect">
            <a:avLst/>
          </a:prstGeom>
          <a:noFill/>
          <a:ln w="12700">
            <a:solidFill>
              <a:schemeClr val="tx1">
                <a:lumMod val="50000"/>
                <a:lumOff val="50000"/>
              </a:schemeClr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17" name="Straight Arrow Connector 116">
            <a:extLst>
              <a:ext uri="{FF2B5EF4-FFF2-40B4-BE49-F238E27FC236}">
                <a16:creationId xmlns:a16="http://schemas.microsoft.com/office/drawing/2014/main" id="{6798D3F4-A003-B72C-2381-2D84910C67E6}"/>
              </a:ext>
            </a:extLst>
          </p:cNvPr>
          <p:cNvCxnSpPr>
            <a:stCxn id="53" idx="2"/>
            <a:endCxn id="58" idx="0"/>
          </p:cNvCxnSpPr>
          <p:nvPr/>
        </p:nvCxnSpPr>
        <p:spPr>
          <a:xfrm>
            <a:off x="2700627" y="2289979"/>
            <a:ext cx="0" cy="353224"/>
          </a:xfrm>
          <a:prstGeom prst="straightConnector1">
            <a:avLst/>
          </a:prstGeom>
          <a:ln w="19050">
            <a:solidFill>
              <a:srgbClr val="FF26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8" name="Straight Arrow Connector 117">
            <a:extLst>
              <a:ext uri="{FF2B5EF4-FFF2-40B4-BE49-F238E27FC236}">
                <a16:creationId xmlns:a16="http://schemas.microsoft.com/office/drawing/2014/main" id="{1011C2BD-5059-A6D4-5C5C-3F754A014A76}"/>
              </a:ext>
            </a:extLst>
          </p:cNvPr>
          <p:cNvCxnSpPr>
            <a:cxnSpLocks/>
            <a:stCxn id="53" idx="2"/>
            <a:endCxn id="59" idx="0"/>
          </p:cNvCxnSpPr>
          <p:nvPr/>
        </p:nvCxnSpPr>
        <p:spPr>
          <a:xfrm>
            <a:off x="2700627" y="2289979"/>
            <a:ext cx="273722" cy="353224"/>
          </a:xfrm>
          <a:prstGeom prst="straightConnector1">
            <a:avLst/>
          </a:prstGeom>
          <a:ln w="19050">
            <a:solidFill>
              <a:schemeClr val="accent2">
                <a:lumMod val="60000"/>
                <a:lumOff val="4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4" name="Straight Connector 123">
            <a:extLst>
              <a:ext uri="{FF2B5EF4-FFF2-40B4-BE49-F238E27FC236}">
                <a16:creationId xmlns:a16="http://schemas.microsoft.com/office/drawing/2014/main" id="{0B9E8E79-3AAB-5759-62ED-076F57E7D53E}"/>
              </a:ext>
            </a:extLst>
          </p:cNvPr>
          <p:cNvCxnSpPr>
            <a:cxnSpLocks/>
          </p:cNvCxnSpPr>
          <p:nvPr/>
        </p:nvCxnSpPr>
        <p:spPr>
          <a:xfrm>
            <a:off x="928336" y="3626978"/>
            <a:ext cx="10417576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prstDash val="dash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3" name="Rectangle 132">
            <a:extLst>
              <a:ext uri="{FF2B5EF4-FFF2-40B4-BE49-F238E27FC236}">
                <a16:creationId xmlns:a16="http://schemas.microsoft.com/office/drawing/2014/main" id="{F4C86A87-4C6F-6F61-029F-CC3C19B6ACEE}"/>
              </a:ext>
            </a:extLst>
          </p:cNvPr>
          <p:cNvSpPr/>
          <p:nvPr/>
        </p:nvSpPr>
        <p:spPr>
          <a:xfrm>
            <a:off x="993034" y="3161394"/>
            <a:ext cx="273722" cy="290310"/>
          </a:xfrm>
          <a:prstGeom prst="rect">
            <a:avLst/>
          </a:prstGeom>
          <a:solidFill>
            <a:srgbClr val="FF7E79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4" name="TextBox 133">
            <a:extLst>
              <a:ext uri="{FF2B5EF4-FFF2-40B4-BE49-F238E27FC236}">
                <a16:creationId xmlns:a16="http://schemas.microsoft.com/office/drawing/2014/main" id="{841A5D0F-36B5-1B09-A246-7FB843CA78CC}"/>
              </a:ext>
            </a:extLst>
          </p:cNvPr>
          <p:cNvSpPr txBox="1"/>
          <p:nvPr/>
        </p:nvSpPr>
        <p:spPr>
          <a:xfrm>
            <a:off x="1266756" y="3152660"/>
            <a:ext cx="104887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latin typeface="Times New Roman" panose="020206030504050203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Error Token</a:t>
            </a:r>
          </a:p>
        </p:txBody>
      </p:sp>
      <p:sp>
        <p:nvSpPr>
          <p:cNvPr id="135" name="Rectangle 134">
            <a:extLst>
              <a:ext uri="{FF2B5EF4-FFF2-40B4-BE49-F238E27FC236}">
                <a16:creationId xmlns:a16="http://schemas.microsoft.com/office/drawing/2014/main" id="{350523CB-0DFC-86A9-CB00-1F527F120994}"/>
              </a:ext>
            </a:extLst>
          </p:cNvPr>
          <p:cNvSpPr/>
          <p:nvPr/>
        </p:nvSpPr>
        <p:spPr>
          <a:xfrm>
            <a:off x="2637221" y="3160093"/>
            <a:ext cx="273722" cy="29031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6" name="TextBox 135">
            <a:extLst>
              <a:ext uri="{FF2B5EF4-FFF2-40B4-BE49-F238E27FC236}">
                <a16:creationId xmlns:a16="http://schemas.microsoft.com/office/drawing/2014/main" id="{93784314-3574-D6A8-E2A7-E6FF6F8573FD}"/>
              </a:ext>
            </a:extLst>
          </p:cNvPr>
          <p:cNvSpPr txBox="1"/>
          <p:nvPr/>
        </p:nvSpPr>
        <p:spPr>
          <a:xfrm>
            <a:off x="2910943" y="3151359"/>
            <a:ext cx="14015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latin typeface="Times New Roman" panose="020206030504050203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Backtrack Token</a:t>
            </a:r>
          </a:p>
        </p:txBody>
      </p:sp>
      <p:sp>
        <p:nvSpPr>
          <p:cNvPr id="139" name="Rectangle 138">
            <a:extLst>
              <a:ext uri="{FF2B5EF4-FFF2-40B4-BE49-F238E27FC236}">
                <a16:creationId xmlns:a16="http://schemas.microsoft.com/office/drawing/2014/main" id="{A018A640-6687-13F1-6E1A-97FACA74E8B6}"/>
              </a:ext>
            </a:extLst>
          </p:cNvPr>
          <p:cNvSpPr/>
          <p:nvPr/>
        </p:nvSpPr>
        <p:spPr>
          <a:xfrm>
            <a:off x="5598944" y="3160093"/>
            <a:ext cx="273722" cy="290310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0" name="TextBox 139">
            <a:extLst>
              <a:ext uri="{FF2B5EF4-FFF2-40B4-BE49-F238E27FC236}">
                <a16:creationId xmlns:a16="http://schemas.microsoft.com/office/drawing/2014/main" id="{F9D9746B-B842-C3B4-690F-1E9516BD1061}"/>
              </a:ext>
            </a:extLst>
          </p:cNvPr>
          <p:cNvSpPr txBox="1"/>
          <p:nvPr/>
        </p:nvSpPr>
        <p:spPr>
          <a:xfrm>
            <a:off x="5872666" y="3151359"/>
            <a:ext cx="107619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latin typeface="Times New Roman" panose="020206030504050203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Token Mask</a:t>
            </a:r>
          </a:p>
        </p:txBody>
      </p:sp>
      <p:sp>
        <p:nvSpPr>
          <p:cNvPr id="141" name="Right Arrow 140">
            <a:extLst>
              <a:ext uri="{FF2B5EF4-FFF2-40B4-BE49-F238E27FC236}">
                <a16:creationId xmlns:a16="http://schemas.microsoft.com/office/drawing/2014/main" id="{E03DC4A8-330D-6C23-5D6D-968AC2D498E3}"/>
              </a:ext>
            </a:extLst>
          </p:cNvPr>
          <p:cNvSpPr/>
          <p:nvPr/>
        </p:nvSpPr>
        <p:spPr>
          <a:xfrm>
            <a:off x="3765450" y="2031830"/>
            <a:ext cx="294871" cy="230748"/>
          </a:xfrm>
          <a:prstGeom prst="rightArrow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2" name="TextBox 141">
            <a:extLst>
              <a:ext uri="{FF2B5EF4-FFF2-40B4-BE49-F238E27FC236}">
                <a16:creationId xmlns:a16="http://schemas.microsoft.com/office/drawing/2014/main" id="{33B92BC6-F007-9440-1344-4893AB088567}"/>
              </a:ext>
            </a:extLst>
          </p:cNvPr>
          <p:cNvSpPr txBox="1"/>
          <p:nvPr/>
        </p:nvSpPr>
        <p:spPr>
          <a:xfrm>
            <a:off x="4317983" y="871977"/>
            <a:ext cx="381425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(a.2) Masked Supervised Fine-Tuning</a:t>
            </a:r>
          </a:p>
        </p:txBody>
      </p:sp>
      <p:sp>
        <p:nvSpPr>
          <p:cNvPr id="143" name="TextBox 142">
            <a:extLst>
              <a:ext uri="{FF2B5EF4-FFF2-40B4-BE49-F238E27FC236}">
                <a16:creationId xmlns:a16="http://schemas.microsoft.com/office/drawing/2014/main" id="{A92EB7D6-EE47-8814-77AA-2B0479A2EA74}"/>
              </a:ext>
            </a:extLst>
          </p:cNvPr>
          <p:cNvSpPr txBox="1"/>
          <p:nvPr/>
        </p:nvSpPr>
        <p:spPr>
          <a:xfrm>
            <a:off x="928336" y="1347402"/>
            <a:ext cx="91403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i="1" dirty="0">
                <a:latin typeface="Times New Roman" panose="020206030504050203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Reference</a:t>
            </a:r>
          </a:p>
        </p:txBody>
      </p:sp>
      <p:sp>
        <p:nvSpPr>
          <p:cNvPr id="144" name="TextBox 143">
            <a:extLst>
              <a:ext uri="{FF2B5EF4-FFF2-40B4-BE49-F238E27FC236}">
                <a16:creationId xmlns:a16="http://schemas.microsoft.com/office/drawing/2014/main" id="{4303CCE0-ACA4-2C62-50BD-63D14CF258EE}"/>
              </a:ext>
            </a:extLst>
          </p:cNvPr>
          <p:cNvSpPr txBox="1"/>
          <p:nvPr/>
        </p:nvSpPr>
        <p:spPr>
          <a:xfrm>
            <a:off x="928336" y="1981157"/>
            <a:ext cx="94448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i="1" dirty="0">
                <a:latin typeface="Times New Roman" panose="020206030504050203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Generated</a:t>
            </a:r>
          </a:p>
        </p:txBody>
      </p:sp>
      <p:sp>
        <p:nvSpPr>
          <p:cNvPr id="145" name="TextBox 144">
            <a:extLst>
              <a:ext uri="{FF2B5EF4-FFF2-40B4-BE49-F238E27FC236}">
                <a16:creationId xmlns:a16="http://schemas.microsoft.com/office/drawing/2014/main" id="{B2CAC16E-692B-2592-AF17-20A83015F14B}"/>
              </a:ext>
            </a:extLst>
          </p:cNvPr>
          <p:cNvSpPr txBox="1"/>
          <p:nvPr/>
        </p:nvSpPr>
        <p:spPr>
          <a:xfrm>
            <a:off x="928336" y="2625736"/>
            <a:ext cx="102303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i="1" dirty="0">
                <a:latin typeface="Times New Roman" panose="020206030504050203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Augmented</a:t>
            </a:r>
          </a:p>
        </p:txBody>
      </p:sp>
      <p:sp>
        <p:nvSpPr>
          <p:cNvPr id="146" name="TextBox 145">
            <a:extLst>
              <a:ext uri="{FF2B5EF4-FFF2-40B4-BE49-F238E27FC236}">
                <a16:creationId xmlns:a16="http://schemas.microsoft.com/office/drawing/2014/main" id="{0847CFA0-94DC-D9C7-D351-BCA2C866B59B}"/>
              </a:ext>
            </a:extLst>
          </p:cNvPr>
          <p:cNvSpPr txBox="1"/>
          <p:nvPr/>
        </p:nvSpPr>
        <p:spPr>
          <a:xfrm>
            <a:off x="786580" y="868719"/>
            <a:ext cx="368709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(a.1) Sequence Alignment Augmentation</a:t>
            </a:r>
          </a:p>
        </p:txBody>
      </p:sp>
      <p:sp>
        <p:nvSpPr>
          <p:cNvPr id="147" name="TextBox 146">
            <a:extLst>
              <a:ext uri="{FF2B5EF4-FFF2-40B4-BE49-F238E27FC236}">
                <a16:creationId xmlns:a16="http://schemas.microsoft.com/office/drawing/2014/main" id="{587849E4-34FA-4112-B09B-FA3107D1E91A}"/>
              </a:ext>
            </a:extLst>
          </p:cNvPr>
          <p:cNvSpPr txBox="1"/>
          <p:nvPr/>
        </p:nvSpPr>
        <p:spPr>
          <a:xfrm>
            <a:off x="8898914" y="871977"/>
            <a:ext cx="191751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(a.3) GRPO</a:t>
            </a:r>
          </a:p>
        </p:txBody>
      </p:sp>
      <p:sp>
        <p:nvSpPr>
          <p:cNvPr id="150" name="Rectangle 149">
            <a:extLst>
              <a:ext uri="{FF2B5EF4-FFF2-40B4-BE49-F238E27FC236}">
                <a16:creationId xmlns:a16="http://schemas.microsoft.com/office/drawing/2014/main" id="{027C23B9-B3C7-663F-4C9B-186B82BD5537}"/>
              </a:ext>
            </a:extLst>
          </p:cNvPr>
          <p:cNvSpPr/>
          <p:nvPr/>
        </p:nvSpPr>
        <p:spPr>
          <a:xfrm>
            <a:off x="9171177" y="1356186"/>
            <a:ext cx="273722" cy="290310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1" name="Rectangle 150">
            <a:extLst>
              <a:ext uri="{FF2B5EF4-FFF2-40B4-BE49-F238E27FC236}">
                <a16:creationId xmlns:a16="http://schemas.microsoft.com/office/drawing/2014/main" id="{E0B05C02-9039-BBAA-0D88-56FBD5909427}"/>
              </a:ext>
            </a:extLst>
          </p:cNvPr>
          <p:cNvSpPr/>
          <p:nvPr/>
        </p:nvSpPr>
        <p:spPr>
          <a:xfrm>
            <a:off x="9447817" y="1356186"/>
            <a:ext cx="273722" cy="290310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2" name="Rectangle 151">
            <a:extLst>
              <a:ext uri="{FF2B5EF4-FFF2-40B4-BE49-F238E27FC236}">
                <a16:creationId xmlns:a16="http://schemas.microsoft.com/office/drawing/2014/main" id="{A3E14D12-7BFD-8A2E-0DA2-D910F9C64E2B}"/>
              </a:ext>
            </a:extLst>
          </p:cNvPr>
          <p:cNvSpPr/>
          <p:nvPr/>
        </p:nvSpPr>
        <p:spPr>
          <a:xfrm>
            <a:off x="9721539" y="1356186"/>
            <a:ext cx="273722" cy="290310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3" name="Rectangle 152">
            <a:extLst>
              <a:ext uri="{FF2B5EF4-FFF2-40B4-BE49-F238E27FC236}">
                <a16:creationId xmlns:a16="http://schemas.microsoft.com/office/drawing/2014/main" id="{4D64EBAC-D885-0747-46C7-F617DEB981D1}"/>
              </a:ext>
            </a:extLst>
          </p:cNvPr>
          <p:cNvSpPr/>
          <p:nvPr/>
        </p:nvSpPr>
        <p:spPr>
          <a:xfrm>
            <a:off x="9995261" y="1356186"/>
            <a:ext cx="273722" cy="290310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5" name="Rectangle 154">
            <a:extLst>
              <a:ext uri="{FF2B5EF4-FFF2-40B4-BE49-F238E27FC236}">
                <a16:creationId xmlns:a16="http://schemas.microsoft.com/office/drawing/2014/main" id="{0FF9BFB2-6B7D-0E0E-9A40-2586B8214BF7}"/>
              </a:ext>
            </a:extLst>
          </p:cNvPr>
          <p:cNvSpPr/>
          <p:nvPr/>
        </p:nvSpPr>
        <p:spPr>
          <a:xfrm>
            <a:off x="8898914" y="1353207"/>
            <a:ext cx="273722" cy="29031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6" name="Rectangle 155">
            <a:extLst>
              <a:ext uri="{FF2B5EF4-FFF2-40B4-BE49-F238E27FC236}">
                <a16:creationId xmlns:a16="http://schemas.microsoft.com/office/drawing/2014/main" id="{F7B02EB3-D36A-0BD6-2697-2C0DC89F1DF2}"/>
              </a:ext>
            </a:extLst>
          </p:cNvPr>
          <p:cNvSpPr/>
          <p:nvPr/>
        </p:nvSpPr>
        <p:spPr>
          <a:xfrm>
            <a:off x="9171177" y="1996308"/>
            <a:ext cx="273722" cy="290310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7" name="Rectangle 156">
            <a:extLst>
              <a:ext uri="{FF2B5EF4-FFF2-40B4-BE49-F238E27FC236}">
                <a16:creationId xmlns:a16="http://schemas.microsoft.com/office/drawing/2014/main" id="{67D6CF64-ADAF-E637-7F7C-457CC6DECDF8}"/>
              </a:ext>
            </a:extLst>
          </p:cNvPr>
          <p:cNvSpPr/>
          <p:nvPr/>
        </p:nvSpPr>
        <p:spPr>
          <a:xfrm>
            <a:off x="9447817" y="1996308"/>
            <a:ext cx="273722" cy="290310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8" name="Rectangle 157">
            <a:extLst>
              <a:ext uri="{FF2B5EF4-FFF2-40B4-BE49-F238E27FC236}">
                <a16:creationId xmlns:a16="http://schemas.microsoft.com/office/drawing/2014/main" id="{BD4C95A1-E8E0-ACC8-AD30-EBD99E0E39B9}"/>
              </a:ext>
            </a:extLst>
          </p:cNvPr>
          <p:cNvSpPr/>
          <p:nvPr/>
        </p:nvSpPr>
        <p:spPr>
          <a:xfrm>
            <a:off x="9721539" y="1996308"/>
            <a:ext cx="273722" cy="290310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9" name="Rectangle 158">
            <a:extLst>
              <a:ext uri="{FF2B5EF4-FFF2-40B4-BE49-F238E27FC236}">
                <a16:creationId xmlns:a16="http://schemas.microsoft.com/office/drawing/2014/main" id="{07D090A0-4DA4-921E-85A5-1D2161C9571F}"/>
              </a:ext>
            </a:extLst>
          </p:cNvPr>
          <p:cNvSpPr/>
          <p:nvPr/>
        </p:nvSpPr>
        <p:spPr>
          <a:xfrm>
            <a:off x="9995261" y="1996308"/>
            <a:ext cx="273722" cy="290310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1" name="Rectangle 160">
            <a:extLst>
              <a:ext uri="{FF2B5EF4-FFF2-40B4-BE49-F238E27FC236}">
                <a16:creationId xmlns:a16="http://schemas.microsoft.com/office/drawing/2014/main" id="{1B7643A6-1F87-963B-B0FA-C582602CF3DA}"/>
              </a:ext>
            </a:extLst>
          </p:cNvPr>
          <p:cNvSpPr/>
          <p:nvPr/>
        </p:nvSpPr>
        <p:spPr>
          <a:xfrm>
            <a:off x="8898914" y="1993329"/>
            <a:ext cx="273722" cy="29031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2" name="Rectangle 161">
            <a:extLst>
              <a:ext uri="{FF2B5EF4-FFF2-40B4-BE49-F238E27FC236}">
                <a16:creationId xmlns:a16="http://schemas.microsoft.com/office/drawing/2014/main" id="{67B7FDD1-F6A8-064B-209D-E5038F57102C}"/>
              </a:ext>
            </a:extLst>
          </p:cNvPr>
          <p:cNvSpPr/>
          <p:nvPr/>
        </p:nvSpPr>
        <p:spPr>
          <a:xfrm>
            <a:off x="9171177" y="2638312"/>
            <a:ext cx="273722" cy="290310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3" name="Rectangle 162">
            <a:extLst>
              <a:ext uri="{FF2B5EF4-FFF2-40B4-BE49-F238E27FC236}">
                <a16:creationId xmlns:a16="http://schemas.microsoft.com/office/drawing/2014/main" id="{C4CC6699-FA4C-E43A-6188-8E0197C0E0E0}"/>
              </a:ext>
            </a:extLst>
          </p:cNvPr>
          <p:cNvSpPr/>
          <p:nvPr/>
        </p:nvSpPr>
        <p:spPr>
          <a:xfrm>
            <a:off x="9447817" y="2638312"/>
            <a:ext cx="273722" cy="290310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4" name="Rectangle 163">
            <a:extLst>
              <a:ext uri="{FF2B5EF4-FFF2-40B4-BE49-F238E27FC236}">
                <a16:creationId xmlns:a16="http://schemas.microsoft.com/office/drawing/2014/main" id="{8D956AD4-DFDC-45F7-E17A-6A2B62D7BEE6}"/>
              </a:ext>
            </a:extLst>
          </p:cNvPr>
          <p:cNvSpPr/>
          <p:nvPr/>
        </p:nvSpPr>
        <p:spPr>
          <a:xfrm>
            <a:off x="9721539" y="2638312"/>
            <a:ext cx="273722" cy="290310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5" name="Rectangle 164">
            <a:extLst>
              <a:ext uri="{FF2B5EF4-FFF2-40B4-BE49-F238E27FC236}">
                <a16:creationId xmlns:a16="http://schemas.microsoft.com/office/drawing/2014/main" id="{9F63A8A5-679B-D93A-75B7-9A53CDA9E58E}"/>
              </a:ext>
            </a:extLst>
          </p:cNvPr>
          <p:cNvSpPr/>
          <p:nvPr/>
        </p:nvSpPr>
        <p:spPr>
          <a:xfrm>
            <a:off x="9995261" y="2638312"/>
            <a:ext cx="273722" cy="290310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7" name="Rectangle 166">
            <a:extLst>
              <a:ext uri="{FF2B5EF4-FFF2-40B4-BE49-F238E27FC236}">
                <a16:creationId xmlns:a16="http://schemas.microsoft.com/office/drawing/2014/main" id="{FF4476F6-7215-46D0-4D06-F5215930367C}"/>
              </a:ext>
            </a:extLst>
          </p:cNvPr>
          <p:cNvSpPr/>
          <p:nvPr/>
        </p:nvSpPr>
        <p:spPr>
          <a:xfrm>
            <a:off x="8898914" y="2635333"/>
            <a:ext cx="273722" cy="29031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8" name="Rectangle 167">
            <a:extLst>
              <a:ext uri="{FF2B5EF4-FFF2-40B4-BE49-F238E27FC236}">
                <a16:creationId xmlns:a16="http://schemas.microsoft.com/office/drawing/2014/main" id="{9796D023-A8F7-2FFE-AF0B-052C1658BD18}"/>
              </a:ext>
            </a:extLst>
          </p:cNvPr>
          <p:cNvSpPr/>
          <p:nvPr/>
        </p:nvSpPr>
        <p:spPr>
          <a:xfrm>
            <a:off x="10268983" y="1356136"/>
            <a:ext cx="273722" cy="290310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9" name="Rectangle 168">
            <a:extLst>
              <a:ext uri="{FF2B5EF4-FFF2-40B4-BE49-F238E27FC236}">
                <a16:creationId xmlns:a16="http://schemas.microsoft.com/office/drawing/2014/main" id="{20816F5C-11A9-4F8D-BFB0-B680EFE2EB7A}"/>
              </a:ext>
            </a:extLst>
          </p:cNvPr>
          <p:cNvSpPr/>
          <p:nvPr/>
        </p:nvSpPr>
        <p:spPr>
          <a:xfrm>
            <a:off x="10542705" y="1356136"/>
            <a:ext cx="273722" cy="290310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0" name="Rectangle 169">
            <a:extLst>
              <a:ext uri="{FF2B5EF4-FFF2-40B4-BE49-F238E27FC236}">
                <a16:creationId xmlns:a16="http://schemas.microsoft.com/office/drawing/2014/main" id="{E4ADB709-4357-0866-0B76-5C9CAB0919A5}"/>
              </a:ext>
            </a:extLst>
          </p:cNvPr>
          <p:cNvSpPr/>
          <p:nvPr/>
        </p:nvSpPr>
        <p:spPr>
          <a:xfrm>
            <a:off x="10268983" y="1996258"/>
            <a:ext cx="273722" cy="290310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1" name="Rectangle 170">
            <a:extLst>
              <a:ext uri="{FF2B5EF4-FFF2-40B4-BE49-F238E27FC236}">
                <a16:creationId xmlns:a16="http://schemas.microsoft.com/office/drawing/2014/main" id="{202D0FB8-D26A-632E-239C-DFF17DDDCB62}"/>
              </a:ext>
            </a:extLst>
          </p:cNvPr>
          <p:cNvSpPr/>
          <p:nvPr/>
        </p:nvSpPr>
        <p:spPr>
          <a:xfrm>
            <a:off x="10542705" y="1996258"/>
            <a:ext cx="273722" cy="290310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2" name="Rectangle 171">
            <a:extLst>
              <a:ext uri="{FF2B5EF4-FFF2-40B4-BE49-F238E27FC236}">
                <a16:creationId xmlns:a16="http://schemas.microsoft.com/office/drawing/2014/main" id="{225474FD-C781-6E7F-4BF9-B1950E3B72E4}"/>
              </a:ext>
            </a:extLst>
          </p:cNvPr>
          <p:cNvSpPr/>
          <p:nvPr/>
        </p:nvSpPr>
        <p:spPr>
          <a:xfrm>
            <a:off x="10268983" y="2638262"/>
            <a:ext cx="273722" cy="290310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3" name="Rectangle 172">
            <a:extLst>
              <a:ext uri="{FF2B5EF4-FFF2-40B4-BE49-F238E27FC236}">
                <a16:creationId xmlns:a16="http://schemas.microsoft.com/office/drawing/2014/main" id="{DD7E62CE-B01D-86A5-4339-4FCA3213CEBD}"/>
              </a:ext>
            </a:extLst>
          </p:cNvPr>
          <p:cNvSpPr/>
          <p:nvPr/>
        </p:nvSpPr>
        <p:spPr>
          <a:xfrm>
            <a:off x="10542705" y="2638262"/>
            <a:ext cx="273722" cy="290310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4" name="Right Arrow 173">
            <a:extLst>
              <a:ext uri="{FF2B5EF4-FFF2-40B4-BE49-F238E27FC236}">
                <a16:creationId xmlns:a16="http://schemas.microsoft.com/office/drawing/2014/main" id="{28B2391C-0DB3-F71F-4D55-545645D5B64A}"/>
              </a:ext>
            </a:extLst>
          </p:cNvPr>
          <p:cNvSpPr/>
          <p:nvPr/>
        </p:nvSpPr>
        <p:spPr>
          <a:xfrm>
            <a:off x="8404506" y="2031830"/>
            <a:ext cx="294871" cy="230748"/>
          </a:xfrm>
          <a:prstGeom prst="rightArrow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77" name="Picture 176">
            <a:extLst>
              <a:ext uri="{FF2B5EF4-FFF2-40B4-BE49-F238E27FC236}">
                <a16:creationId xmlns:a16="http://schemas.microsoft.com/office/drawing/2014/main" id="{B7202950-A022-3C65-3827-C0DB32FAA5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72190" y="1356136"/>
            <a:ext cx="273722" cy="273722"/>
          </a:xfrm>
          <a:prstGeom prst="rect">
            <a:avLst/>
          </a:prstGeom>
        </p:spPr>
      </p:pic>
      <p:pic>
        <p:nvPicPr>
          <p:cNvPr id="178" name="Picture 177">
            <a:extLst>
              <a:ext uri="{FF2B5EF4-FFF2-40B4-BE49-F238E27FC236}">
                <a16:creationId xmlns:a16="http://schemas.microsoft.com/office/drawing/2014/main" id="{8D395574-7E82-CAA2-3ABF-D50B4E79491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72190" y="2004552"/>
            <a:ext cx="273722" cy="273722"/>
          </a:xfrm>
          <a:prstGeom prst="rect">
            <a:avLst/>
          </a:prstGeom>
        </p:spPr>
      </p:pic>
      <p:pic>
        <p:nvPicPr>
          <p:cNvPr id="179" name="Picture 178">
            <a:extLst>
              <a:ext uri="{FF2B5EF4-FFF2-40B4-BE49-F238E27FC236}">
                <a16:creationId xmlns:a16="http://schemas.microsoft.com/office/drawing/2014/main" id="{25AAE443-7F40-A2ED-99BD-9609914D659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72190" y="2641429"/>
            <a:ext cx="273722" cy="273722"/>
          </a:xfrm>
          <a:prstGeom prst="rect">
            <a:avLst/>
          </a:prstGeom>
        </p:spPr>
      </p:pic>
      <p:sp>
        <p:nvSpPr>
          <p:cNvPr id="180" name="Rectangle 179">
            <a:extLst>
              <a:ext uri="{FF2B5EF4-FFF2-40B4-BE49-F238E27FC236}">
                <a16:creationId xmlns:a16="http://schemas.microsoft.com/office/drawing/2014/main" id="{B7DEFB77-4B77-275F-5DB5-D75887FEA294}"/>
              </a:ext>
            </a:extLst>
          </p:cNvPr>
          <p:cNvSpPr/>
          <p:nvPr/>
        </p:nvSpPr>
        <p:spPr>
          <a:xfrm>
            <a:off x="9525538" y="3157621"/>
            <a:ext cx="273722" cy="29031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1" name="TextBox 180">
            <a:extLst>
              <a:ext uri="{FF2B5EF4-FFF2-40B4-BE49-F238E27FC236}">
                <a16:creationId xmlns:a16="http://schemas.microsoft.com/office/drawing/2014/main" id="{1E171206-6EED-428D-936D-BA13473AE28A}"/>
              </a:ext>
            </a:extLst>
          </p:cNvPr>
          <p:cNvSpPr txBox="1"/>
          <p:nvPr/>
        </p:nvSpPr>
        <p:spPr>
          <a:xfrm>
            <a:off x="9799260" y="3148887"/>
            <a:ext cx="71205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latin typeface="Times New Roman" panose="020206030504050203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Prompt</a:t>
            </a:r>
          </a:p>
        </p:txBody>
      </p:sp>
      <p:sp>
        <p:nvSpPr>
          <p:cNvPr id="198" name="TextBox 197">
            <a:extLst>
              <a:ext uri="{FF2B5EF4-FFF2-40B4-BE49-F238E27FC236}">
                <a16:creationId xmlns:a16="http://schemas.microsoft.com/office/drawing/2014/main" id="{48CF7EA6-8FDF-FC01-BE54-A60FAE6E9D2B}"/>
              </a:ext>
            </a:extLst>
          </p:cNvPr>
          <p:cNvSpPr txBox="1"/>
          <p:nvPr/>
        </p:nvSpPr>
        <p:spPr>
          <a:xfrm>
            <a:off x="9392465" y="1662618"/>
            <a:ext cx="154080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latin typeface="Times New Roman" panose="020206030504050203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Higher xxx reward</a:t>
            </a:r>
          </a:p>
        </p:txBody>
      </p:sp>
      <p:cxnSp>
        <p:nvCxnSpPr>
          <p:cNvPr id="199" name="Curved Connector 198">
            <a:extLst>
              <a:ext uri="{FF2B5EF4-FFF2-40B4-BE49-F238E27FC236}">
                <a16:creationId xmlns:a16="http://schemas.microsoft.com/office/drawing/2014/main" id="{8E8F5BA7-B9EA-717C-4CFA-991C4E7EF01D}"/>
              </a:ext>
            </a:extLst>
          </p:cNvPr>
          <p:cNvCxnSpPr>
            <a:cxnSpLocks/>
            <a:stCxn id="177" idx="2"/>
            <a:endCxn id="198" idx="3"/>
          </p:cNvCxnSpPr>
          <p:nvPr/>
        </p:nvCxnSpPr>
        <p:spPr>
          <a:xfrm rot="5400000">
            <a:off x="10977837" y="1585292"/>
            <a:ext cx="186649" cy="275780"/>
          </a:xfrm>
          <a:prstGeom prst="curved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0" name="Curved Connector 199">
            <a:extLst>
              <a:ext uri="{FF2B5EF4-FFF2-40B4-BE49-F238E27FC236}">
                <a16:creationId xmlns:a16="http://schemas.microsoft.com/office/drawing/2014/main" id="{217C92BA-F586-145A-5142-5E36EE4F796B}"/>
              </a:ext>
            </a:extLst>
          </p:cNvPr>
          <p:cNvCxnSpPr>
            <a:cxnSpLocks/>
            <a:stCxn id="178" idx="0"/>
            <a:endCxn id="198" idx="3"/>
          </p:cNvCxnSpPr>
          <p:nvPr/>
        </p:nvCxnSpPr>
        <p:spPr>
          <a:xfrm rot="16200000" flipV="1">
            <a:off x="10977139" y="1772640"/>
            <a:ext cx="188045" cy="275780"/>
          </a:xfrm>
          <a:prstGeom prst="curved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1" name="TextBox 200">
            <a:extLst>
              <a:ext uri="{FF2B5EF4-FFF2-40B4-BE49-F238E27FC236}">
                <a16:creationId xmlns:a16="http://schemas.microsoft.com/office/drawing/2014/main" id="{05F15276-347B-6964-F57F-75521FEA24BC}"/>
              </a:ext>
            </a:extLst>
          </p:cNvPr>
          <p:cNvSpPr txBox="1"/>
          <p:nvPr/>
        </p:nvSpPr>
        <p:spPr>
          <a:xfrm>
            <a:off x="9384595" y="2311535"/>
            <a:ext cx="154080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latin typeface="Times New Roman" panose="020206030504050203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Higher xxx reward</a:t>
            </a:r>
          </a:p>
        </p:txBody>
      </p:sp>
      <p:cxnSp>
        <p:nvCxnSpPr>
          <p:cNvPr id="202" name="Curved Connector 201">
            <a:extLst>
              <a:ext uri="{FF2B5EF4-FFF2-40B4-BE49-F238E27FC236}">
                <a16:creationId xmlns:a16="http://schemas.microsoft.com/office/drawing/2014/main" id="{C41826B8-EE3A-5EBD-7F16-D08E7829037B}"/>
              </a:ext>
            </a:extLst>
          </p:cNvPr>
          <p:cNvCxnSpPr>
            <a:cxnSpLocks/>
            <a:stCxn id="178" idx="2"/>
            <a:endCxn id="201" idx="3"/>
          </p:cNvCxnSpPr>
          <p:nvPr/>
        </p:nvCxnSpPr>
        <p:spPr>
          <a:xfrm rot="5400000">
            <a:off x="10973651" y="2230024"/>
            <a:ext cx="187150" cy="283650"/>
          </a:xfrm>
          <a:prstGeom prst="curved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3" name="Curved Connector 202">
            <a:extLst>
              <a:ext uri="{FF2B5EF4-FFF2-40B4-BE49-F238E27FC236}">
                <a16:creationId xmlns:a16="http://schemas.microsoft.com/office/drawing/2014/main" id="{B87B7060-620D-85E1-E85F-AAC689C7068C}"/>
              </a:ext>
            </a:extLst>
          </p:cNvPr>
          <p:cNvCxnSpPr>
            <a:cxnSpLocks/>
            <a:stCxn id="179" idx="0"/>
            <a:endCxn id="201" idx="3"/>
          </p:cNvCxnSpPr>
          <p:nvPr/>
        </p:nvCxnSpPr>
        <p:spPr>
          <a:xfrm rot="16200000" flipV="1">
            <a:off x="10979224" y="2411602"/>
            <a:ext cx="176005" cy="283650"/>
          </a:xfrm>
          <a:prstGeom prst="curved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4" name="TextBox 213">
            <a:extLst>
              <a:ext uri="{FF2B5EF4-FFF2-40B4-BE49-F238E27FC236}">
                <a16:creationId xmlns:a16="http://schemas.microsoft.com/office/drawing/2014/main" id="{5D8F908F-169E-CD31-DE83-20347427DF59}"/>
              </a:ext>
            </a:extLst>
          </p:cNvPr>
          <p:cNvSpPr txBox="1"/>
          <p:nvPr/>
        </p:nvSpPr>
        <p:spPr>
          <a:xfrm>
            <a:off x="4317983" y="533423"/>
            <a:ext cx="381425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(a) Training Paradigm</a:t>
            </a:r>
          </a:p>
        </p:txBody>
      </p:sp>
      <p:sp>
        <p:nvSpPr>
          <p:cNvPr id="219" name="Rounded Rectangle 218">
            <a:extLst>
              <a:ext uri="{FF2B5EF4-FFF2-40B4-BE49-F238E27FC236}">
                <a16:creationId xmlns:a16="http://schemas.microsoft.com/office/drawing/2014/main" id="{EB62E60A-A4C4-8EF4-CF83-CE61E93D60C7}"/>
              </a:ext>
            </a:extLst>
          </p:cNvPr>
          <p:cNvSpPr/>
          <p:nvPr/>
        </p:nvSpPr>
        <p:spPr>
          <a:xfrm>
            <a:off x="1031856" y="4473876"/>
            <a:ext cx="3280625" cy="796413"/>
          </a:xfrm>
          <a:prstGeom prst="roundRect">
            <a:avLst/>
          </a:prstGeom>
          <a:solidFill>
            <a:schemeClr val="tx2">
              <a:lumMod val="25000"/>
              <a:lumOff val="75000"/>
            </a:schemeClr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LLM</a:t>
            </a:r>
          </a:p>
        </p:txBody>
      </p:sp>
      <p:graphicFrame>
        <p:nvGraphicFramePr>
          <p:cNvPr id="220" name="Table 219">
            <a:extLst>
              <a:ext uri="{FF2B5EF4-FFF2-40B4-BE49-F238E27FC236}">
                <a16:creationId xmlns:a16="http://schemas.microsoft.com/office/drawing/2014/main" id="{53EC410F-4611-C9F1-E3DD-1094CBCC19F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43328575"/>
              </p:ext>
            </p:extLst>
          </p:nvPr>
        </p:nvGraphicFramePr>
        <p:xfrm>
          <a:off x="1031858" y="5464701"/>
          <a:ext cx="2488092" cy="3048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22023">
                  <a:extLst>
                    <a:ext uri="{9D8B030D-6E8A-4147-A177-3AD203B41FA5}">
                      <a16:colId xmlns:a16="http://schemas.microsoft.com/office/drawing/2014/main" val="1125551485"/>
                    </a:ext>
                  </a:extLst>
                </a:gridCol>
                <a:gridCol w="622023">
                  <a:extLst>
                    <a:ext uri="{9D8B030D-6E8A-4147-A177-3AD203B41FA5}">
                      <a16:colId xmlns:a16="http://schemas.microsoft.com/office/drawing/2014/main" val="799101235"/>
                    </a:ext>
                  </a:extLst>
                </a:gridCol>
                <a:gridCol w="622023">
                  <a:extLst>
                    <a:ext uri="{9D8B030D-6E8A-4147-A177-3AD203B41FA5}">
                      <a16:colId xmlns:a16="http://schemas.microsoft.com/office/drawing/2014/main" val="1124319696"/>
                    </a:ext>
                  </a:extLst>
                </a:gridCol>
                <a:gridCol w="622023">
                  <a:extLst>
                    <a:ext uri="{9D8B030D-6E8A-4147-A177-3AD203B41FA5}">
                      <a16:colId xmlns:a16="http://schemas.microsoft.com/office/drawing/2014/main" val="612518830"/>
                    </a:ext>
                  </a:extLst>
                </a:gridCol>
              </a:tblGrid>
              <a:tr h="18288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She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lives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LA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23596755"/>
                  </a:ext>
                </a:extLst>
              </a:tr>
            </a:tbl>
          </a:graphicData>
        </a:graphic>
      </p:graphicFrame>
      <p:graphicFrame>
        <p:nvGraphicFramePr>
          <p:cNvPr id="221" name="Table 220">
            <a:extLst>
              <a:ext uri="{FF2B5EF4-FFF2-40B4-BE49-F238E27FC236}">
                <a16:creationId xmlns:a16="http://schemas.microsoft.com/office/drawing/2014/main" id="{F547FACB-9610-E5CD-1765-FC36FB37B06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72818922"/>
              </p:ext>
            </p:extLst>
          </p:nvPr>
        </p:nvGraphicFramePr>
        <p:xfrm>
          <a:off x="1612490" y="3963326"/>
          <a:ext cx="2595716" cy="3048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48929">
                  <a:extLst>
                    <a:ext uri="{9D8B030D-6E8A-4147-A177-3AD203B41FA5}">
                      <a16:colId xmlns:a16="http://schemas.microsoft.com/office/drawing/2014/main" val="1125551485"/>
                    </a:ext>
                  </a:extLst>
                </a:gridCol>
                <a:gridCol w="648929">
                  <a:extLst>
                    <a:ext uri="{9D8B030D-6E8A-4147-A177-3AD203B41FA5}">
                      <a16:colId xmlns:a16="http://schemas.microsoft.com/office/drawing/2014/main" val="799101235"/>
                    </a:ext>
                  </a:extLst>
                </a:gridCol>
                <a:gridCol w="648929">
                  <a:extLst>
                    <a:ext uri="{9D8B030D-6E8A-4147-A177-3AD203B41FA5}">
                      <a16:colId xmlns:a16="http://schemas.microsoft.com/office/drawing/2014/main" val="1124319696"/>
                    </a:ext>
                  </a:extLst>
                </a:gridCol>
                <a:gridCol w="648929">
                  <a:extLst>
                    <a:ext uri="{9D8B030D-6E8A-4147-A177-3AD203B41FA5}">
                      <a16:colId xmlns:a16="http://schemas.microsoft.com/office/drawing/2014/main" val="2929165222"/>
                    </a:ext>
                  </a:extLst>
                </a:gridCol>
              </a:tblGrid>
              <a:tr h="18288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lives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LA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&lt;BK&gt;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23596755"/>
                  </a:ext>
                </a:extLst>
              </a:tr>
            </a:tbl>
          </a:graphicData>
        </a:graphic>
      </p:graphicFrame>
      <p:sp>
        <p:nvSpPr>
          <p:cNvPr id="222" name="Rounded Rectangle 221">
            <a:extLst>
              <a:ext uri="{FF2B5EF4-FFF2-40B4-BE49-F238E27FC236}">
                <a16:creationId xmlns:a16="http://schemas.microsoft.com/office/drawing/2014/main" id="{16903596-B0C3-CACA-A2DD-745A9077CEA4}"/>
              </a:ext>
            </a:extLst>
          </p:cNvPr>
          <p:cNvSpPr/>
          <p:nvPr/>
        </p:nvSpPr>
        <p:spPr>
          <a:xfrm>
            <a:off x="5034227" y="4462699"/>
            <a:ext cx="3864687" cy="796413"/>
          </a:xfrm>
          <a:prstGeom prst="roundRect">
            <a:avLst/>
          </a:prstGeom>
          <a:solidFill>
            <a:schemeClr val="tx2">
              <a:lumMod val="25000"/>
              <a:lumOff val="75000"/>
            </a:schemeClr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LLM</a:t>
            </a:r>
          </a:p>
        </p:txBody>
      </p:sp>
      <p:graphicFrame>
        <p:nvGraphicFramePr>
          <p:cNvPr id="223" name="Table 222">
            <a:extLst>
              <a:ext uri="{FF2B5EF4-FFF2-40B4-BE49-F238E27FC236}">
                <a16:creationId xmlns:a16="http://schemas.microsoft.com/office/drawing/2014/main" id="{A593D677-D217-FB20-BA54-A5B6AA2289F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86991182"/>
              </p:ext>
            </p:extLst>
          </p:nvPr>
        </p:nvGraphicFramePr>
        <p:xfrm>
          <a:off x="5034228" y="5453524"/>
          <a:ext cx="3196425" cy="3048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39285">
                  <a:extLst>
                    <a:ext uri="{9D8B030D-6E8A-4147-A177-3AD203B41FA5}">
                      <a16:colId xmlns:a16="http://schemas.microsoft.com/office/drawing/2014/main" val="1125551485"/>
                    </a:ext>
                  </a:extLst>
                </a:gridCol>
                <a:gridCol w="639285">
                  <a:extLst>
                    <a:ext uri="{9D8B030D-6E8A-4147-A177-3AD203B41FA5}">
                      <a16:colId xmlns:a16="http://schemas.microsoft.com/office/drawing/2014/main" val="799101235"/>
                    </a:ext>
                  </a:extLst>
                </a:gridCol>
                <a:gridCol w="639285">
                  <a:extLst>
                    <a:ext uri="{9D8B030D-6E8A-4147-A177-3AD203B41FA5}">
                      <a16:colId xmlns:a16="http://schemas.microsoft.com/office/drawing/2014/main" val="1124319696"/>
                    </a:ext>
                  </a:extLst>
                </a:gridCol>
                <a:gridCol w="639285">
                  <a:extLst>
                    <a:ext uri="{9D8B030D-6E8A-4147-A177-3AD203B41FA5}">
                      <a16:colId xmlns:a16="http://schemas.microsoft.com/office/drawing/2014/main" val="612518830"/>
                    </a:ext>
                  </a:extLst>
                </a:gridCol>
                <a:gridCol w="639285">
                  <a:extLst>
                    <a:ext uri="{9D8B030D-6E8A-4147-A177-3AD203B41FA5}">
                      <a16:colId xmlns:a16="http://schemas.microsoft.com/office/drawing/2014/main" val="3233832394"/>
                    </a:ext>
                  </a:extLst>
                </a:gridCol>
              </a:tblGrid>
              <a:tr h="18288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She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lives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LA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&lt;BK&gt;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23596755"/>
                  </a:ext>
                </a:extLst>
              </a:tr>
            </a:tbl>
          </a:graphicData>
        </a:graphic>
      </p:graphicFrame>
      <p:graphicFrame>
        <p:nvGraphicFramePr>
          <p:cNvPr id="224" name="Table 223">
            <a:extLst>
              <a:ext uri="{FF2B5EF4-FFF2-40B4-BE49-F238E27FC236}">
                <a16:creationId xmlns:a16="http://schemas.microsoft.com/office/drawing/2014/main" id="{EDAF120B-2336-9269-A795-0BB72937762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23795662"/>
              </p:ext>
            </p:extLst>
          </p:nvPr>
        </p:nvGraphicFramePr>
        <p:xfrm>
          <a:off x="5555860" y="3952149"/>
          <a:ext cx="3411410" cy="3048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82282">
                  <a:extLst>
                    <a:ext uri="{9D8B030D-6E8A-4147-A177-3AD203B41FA5}">
                      <a16:colId xmlns:a16="http://schemas.microsoft.com/office/drawing/2014/main" val="1125551485"/>
                    </a:ext>
                  </a:extLst>
                </a:gridCol>
                <a:gridCol w="682282">
                  <a:extLst>
                    <a:ext uri="{9D8B030D-6E8A-4147-A177-3AD203B41FA5}">
                      <a16:colId xmlns:a16="http://schemas.microsoft.com/office/drawing/2014/main" val="799101235"/>
                    </a:ext>
                  </a:extLst>
                </a:gridCol>
                <a:gridCol w="682282">
                  <a:extLst>
                    <a:ext uri="{9D8B030D-6E8A-4147-A177-3AD203B41FA5}">
                      <a16:colId xmlns:a16="http://schemas.microsoft.com/office/drawing/2014/main" val="1124319696"/>
                    </a:ext>
                  </a:extLst>
                </a:gridCol>
                <a:gridCol w="682282">
                  <a:extLst>
                    <a:ext uri="{9D8B030D-6E8A-4147-A177-3AD203B41FA5}">
                      <a16:colId xmlns:a16="http://schemas.microsoft.com/office/drawing/2014/main" val="2929165222"/>
                    </a:ext>
                  </a:extLst>
                </a:gridCol>
                <a:gridCol w="682282">
                  <a:extLst>
                    <a:ext uri="{9D8B030D-6E8A-4147-A177-3AD203B41FA5}">
                      <a16:colId xmlns:a16="http://schemas.microsoft.com/office/drawing/2014/main" val="3106233782"/>
                    </a:ext>
                  </a:extLst>
                </a:gridCol>
              </a:tblGrid>
              <a:tr h="182880">
                <a:tc>
                  <a:txBody>
                    <a:bodyPr/>
                    <a:lstStyle/>
                    <a:p>
                      <a:pPr algn="ctr"/>
                      <a:endParaRPr 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NY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23596755"/>
                  </a:ext>
                </a:extLst>
              </a:tr>
            </a:tbl>
          </a:graphicData>
        </a:graphic>
      </p:graphicFrame>
      <p:cxnSp>
        <p:nvCxnSpPr>
          <p:cNvPr id="226" name="Elbow Connector 225">
            <a:extLst>
              <a:ext uri="{FF2B5EF4-FFF2-40B4-BE49-F238E27FC236}">
                <a16:creationId xmlns:a16="http://schemas.microsoft.com/office/drawing/2014/main" id="{A7373E1D-877A-0E98-6C38-3A7F6A199D9D}"/>
              </a:ext>
            </a:extLst>
          </p:cNvPr>
          <p:cNvCxnSpPr>
            <a:cxnSpLocks/>
            <a:stCxn id="221" idx="3"/>
            <a:endCxn id="223" idx="1"/>
          </p:cNvCxnSpPr>
          <p:nvPr/>
        </p:nvCxnSpPr>
        <p:spPr>
          <a:xfrm>
            <a:off x="4208206" y="4115726"/>
            <a:ext cx="826022" cy="1490198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29" name="Picture 228">
            <a:extLst>
              <a:ext uri="{FF2B5EF4-FFF2-40B4-BE49-F238E27FC236}">
                <a16:creationId xmlns:a16="http://schemas.microsoft.com/office/drawing/2014/main" id="{D130F486-0DF7-B592-97AB-91877930DE98}"/>
              </a:ext>
            </a:extLst>
          </p:cNvPr>
          <p:cNvPicPr>
            <a:picLocks noChangeAspect="1"/>
          </p:cNvPicPr>
          <p:nvPr/>
        </p:nvPicPr>
        <p:blipFill>
          <a:blip r:embed="rId5">
            <a:duotone>
              <a:schemeClr val="accent4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 rot="4665666">
            <a:off x="896164" y="4337467"/>
            <a:ext cx="338555" cy="338555"/>
          </a:xfrm>
          <a:prstGeom prst="rect">
            <a:avLst/>
          </a:prstGeom>
        </p:spPr>
      </p:pic>
      <p:cxnSp>
        <p:nvCxnSpPr>
          <p:cNvPr id="231" name="Straight Arrow Connector 230">
            <a:extLst>
              <a:ext uri="{FF2B5EF4-FFF2-40B4-BE49-F238E27FC236}">
                <a16:creationId xmlns:a16="http://schemas.microsoft.com/office/drawing/2014/main" id="{CA19F898-922E-EA9A-FEDD-F03CCEFBBD46}"/>
              </a:ext>
            </a:extLst>
          </p:cNvPr>
          <p:cNvCxnSpPr>
            <a:cxnSpLocks/>
          </p:cNvCxnSpPr>
          <p:nvPr/>
        </p:nvCxnSpPr>
        <p:spPr>
          <a:xfrm flipV="1">
            <a:off x="1385352" y="5270521"/>
            <a:ext cx="0" cy="21127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34" name="Straight Arrow Connector 233">
            <a:extLst>
              <a:ext uri="{FF2B5EF4-FFF2-40B4-BE49-F238E27FC236}">
                <a16:creationId xmlns:a16="http://schemas.microsoft.com/office/drawing/2014/main" id="{81EC2701-D13E-1BE0-F30C-9EC226AE69C8}"/>
              </a:ext>
            </a:extLst>
          </p:cNvPr>
          <p:cNvCxnSpPr>
            <a:cxnSpLocks/>
          </p:cNvCxnSpPr>
          <p:nvPr/>
        </p:nvCxnSpPr>
        <p:spPr>
          <a:xfrm flipV="1">
            <a:off x="1974608" y="5268102"/>
            <a:ext cx="0" cy="21369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35" name="Straight Arrow Connector 234">
            <a:extLst>
              <a:ext uri="{FF2B5EF4-FFF2-40B4-BE49-F238E27FC236}">
                <a16:creationId xmlns:a16="http://schemas.microsoft.com/office/drawing/2014/main" id="{1A3CA9DE-7CCB-ABA7-542E-1C075B2C8BD9}"/>
              </a:ext>
            </a:extLst>
          </p:cNvPr>
          <p:cNvCxnSpPr>
            <a:cxnSpLocks/>
          </p:cNvCxnSpPr>
          <p:nvPr/>
        </p:nvCxnSpPr>
        <p:spPr>
          <a:xfrm flipV="1">
            <a:off x="2595196" y="5268102"/>
            <a:ext cx="0" cy="21789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36" name="Straight Arrow Connector 235">
            <a:extLst>
              <a:ext uri="{FF2B5EF4-FFF2-40B4-BE49-F238E27FC236}">
                <a16:creationId xmlns:a16="http://schemas.microsoft.com/office/drawing/2014/main" id="{51065E5A-CCB0-139B-EA61-15EECE8C95D3}"/>
              </a:ext>
            </a:extLst>
          </p:cNvPr>
          <p:cNvCxnSpPr>
            <a:cxnSpLocks/>
          </p:cNvCxnSpPr>
          <p:nvPr/>
        </p:nvCxnSpPr>
        <p:spPr>
          <a:xfrm flipV="1">
            <a:off x="3229416" y="5268102"/>
            <a:ext cx="0" cy="20950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45" name="Straight Arrow Connector 244">
            <a:extLst>
              <a:ext uri="{FF2B5EF4-FFF2-40B4-BE49-F238E27FC236}">
                <a16:creationId xmlns:a16="http://schemas.microsoft.com/office/drawing/2014/main" id="{DAF35A6E-88EB-2349-821A-3396E5883426}"/>
              </a:ext>
            </a:extLst>
          </p:cNvPr>
          <p:cNvCxnSpPr>
            <a:cxnSpLocks/>
          </p:cNvCxnSpPr>
          <p:nvPr/>
        </p:nvCxnSpPr>
        <p:spPr>
          <a:xfrm flipV="1">
            <a:off x="1954004" y="4254649"/>
            <a:ext cx="0" cy="21127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46" name="Straight Arrow Connector 245">
            <a:extLst>
              <a:ext uri="{FF2B5EF4-FFF2-40B4-BE49-F238E27FC236}">
                <a16:creationId xmlns:a16="http://schemas.microsoft.com/office/drawing/2014/main" id="{793FF800-775C-CEEE-8484-D6DDE2171122}"/>
              </a:ext>
            </a:extLst>
          </p:cNvPr>
          <p:cNvCxnSpPr>
            <a:cxnSpLocks/>
          </p:cNvCxnSpPr>
          <p:nvPr/>
        </p:nvCxnSpPr>
        <p:spPr>
          <a:xfrm flipV="1">
            <a:off x="2570709" y="4257945"/>
            <a:ext cx="0" cy="21369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47" name="Straight Arrow Connector 246">
            <a:extLst>
              <a:ext uri="{FF2B5EF4-FFF2-40B4-BE49-F238E27FC236}">
                <a16:creationId xmlns:a16="http://schemas.microsoft.com/office/drawing/2014/main" id="{4D1EEEA0-E06C-EAD5-BAAD-57DA342925C8}"/>
              </a:ext>
            </a:extLst>
          </p:cNvPr>
          <p:cNvCxnSpPr>
            <a:cxnSpLocks/>
          </p:cNvCxnSpPr>
          <p:nvPr/>
        </p:nvCxnSpPr>
        <p:spPr>
          <a:xfrm flipV="1">
            <a:off x="3204996" y="4240800"/>
            <a:ext cx="0" cy="21789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48" name="Straight Arrow Connector 247">
            <a:extLst>
              <a:ext uri="{FF2B5EF4-FFF2-40B4-BE49-F238E27FC236}">
                <a16:creationId xmlns:a16="http://schemas.microsoft.com/office/drawing/2014/main" id="{6DA67E19-B76F-F6BF-2AE1-27D069C79B1D}"/>
              </a:ext>
            </a:extLst>
          </p:cNvPr>
          <p:cNvCxnSpPr>
            <a:cxnSpLocks/>
          </p:cNvCxnSpPr>
          <p:nvPr/>
        </p:nvCxnSpPr>
        <p:spPr>
          <a:xfrm flipV="1">
            <a:off x="3884936" y="4252230"/>
            <a:ext cx="0" cy="20950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49" name="Straight Arrow Connector 248">
            <a:extLst>
              <a:ext uri="{FF2B5EF4-FFF2-40B4-BE49-F238E27FC236}">
                <a16:creationId xmlns:a16="http://schemas.microsoft.com/office/drawing/2014/main" id="{35789EB1-6ECB-C6B7-A000-10CB6E75F6FA}"/>
              </a:ext>
            </a:extLst>
          </p:cNvPr>
          <p:cNvCxnSpPr>
            <a:cxnSpLocks/>
          </p:cNvCxnSpPr>
          <p:nvPr/>
        </p:nvCxnSpPr>
        <p:spPr>
          <a:xfrm flipV="1">
            <a:off x="5370164" y="5254833"/>
            <a:ext cx="0" cy="21127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50" name="Straight Arrow Connector 249">
            <a:extLst>
              <a:ext uri="{FF2B5EF4-FFF2-40B4-BE49-F238E27FC236}">
                <a16:creationId xmlns:a16="http://schemas.microsoft.com/office/drawing/2014/main" id="{358A8941-52B2-13DA-F176-17B0D27834BF}"/>
              </a:ext>
            </a:extLst>
          </p:cNvPr>
          <p:cNvCxnSpPr>
            <a:cxnSpLocks/>
          </p:cNvCxnSpPr>
          <p:nvPr/>
        </p:nvCxnSpPr>
        <p:spPr>
          <a:xfrm flipV="1">
            <a:off x="5979591" y="5252414"/>
            <a:ext cx="0" cy="21369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51" name="Straight Arrow Connector 250">
            <a:extLst>
              <a:ext uri="{FF2B5EF4-FFF2-40B4-BE49-F238E27FC236}">
                <a16:creationId xmlns:a16="http://schemas.microsoft.com/office/drawing/2014/main" id="{878CC1C2-9364-C1E7-5616-027C08FA6CDB}"/>
              </a:ext>
            </a:extLst>
          </p:cNvPr>
          <p:cNvCxnSpPr>
            <a:cxnSpLocks/>
          </p:cNvCxnSpPr>
          <p:nvPr/>
        </p:nvCxnSpPr>
        <p:spPr>
          <a:xfrm flipV="1">
            <a:off x="6627072" y="5259137"/>
            <a:ext cx="0" cy="21789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52" name="Straight Arrow Connector 251">
            <a:extLst>
              <a:ext uri="{FF2B5EF4-FFF2-40B4-BE49-F238E27FC236}">
                <a16:creationId xmlns:a16="http://schemas.microsoft.com/office/drawing/2014/main" id="{234A9BFE-B7BF-8AEB-00E7-FF0C80DEFE56}"/>
              </a:ext>
            </a:extLst>
          </p:cNvPr>
          <p:cNvCxnSpPr>
            <a:cxnSpLocks/>
          </p:cNvCxnSpPr>
          <p:nvPr/>
        </p:nvCxnSpPr>
        <p:spPr>
          <a:xfrm flipV="1">
            <a:off x="7268016" y="5259137"/>
            <a:ext cx="0" cy="20950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53" name="Straight Arrow Connector 252">
            <a:extLst>
              <a:ext uri="{FF2B5EF4-FFF2-40B4-BE49-F238E27FC236}">
                <a16:creationId xmlns:a16="http://schemas.microsoft.com/office/drawing/2014/main" id="{9B0C70CF-9716-7710-4D61-E7E0A85AF317}"/>
              </a:ext>
            </a:extLst>
          </p:cNvPr>
          <p:cNvCxnSpPr>
            <a:cxnSpLocks/>
          </p:cNvCxnSpPr>
          <p:nvPr/>
        </p:nvCxnSpPr>
        <p:spPr>
          <a:xfrm flipV="1">
            <a:off x="7917958" y="5256896"/>
            <a:ext cx="0" cy="20950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54" name="Straight Arrow Connector 253">
            <a:extLst>
              <a:ext uri="{FF2B5EF4-FFF2-40B4-BE49-F238E27FC236}">
                <a16:creationId xmlns:a16="http://schemas.microsoft.com/office/drawing/2014/main" id="{A5C84E6F-C142-7231-D5F2-4D54154B93F8}"/>
              </a:ext>
            </a:extLst>
          </p:cNvPr>
          <p:cNvCxnSpPr>
            <a:cxnSpLocks/>
          </p:cNvCxnSpPr>
          <p:nvPr/>
        </p:nvCxnSpPr>
        <p:spPr>
          <a:xfrm flipV="1">
            <a:off x="8617205" y="4248366"/>
            <a:ext cx="0" cy="20950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55" name="TextBox 254">
            <a:extLst>
              <a:ext uri="{FF2B5EF4-FFF2-40B4-BE49-F238E27FC236}">
                <a16:creationId xmlns:a16="http://schemas.microsoft.com/office/drawing/2014/main" id="{3469DE3B-904A-1D0D-0957-0888147862E6}"/>
              </a:ext>
            </a:extLst>
          </p:cNvPr>
          <p:cNvSpPr txBox="1"/>
          <p:nvPr/>
        </p:nvSpPr>
        <p:spPr>
          <a:xfrm>
            <a:off x="9225780" y="3948326"/>
            <a:ext cx="212013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latin typeface="Times New Roman" panose="020206030504050203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She lives in </a:t>
            </a:r>
            <a:r>
              <a:rPr lang="en-US" sz="1400" dirty="0">
                <a:solidFill>
                  <a:srgbClr val="FF0000"/>
                </a:solidFill>
                <a:latin typeface="Times New Roman" panose="020206030504050203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LA</a:t>
            </a:r>
            <a:r>
              <a:rPr lang="en-US" sz="1400" dirty="0">
                <a:latin typeface="Times New Roman" panose="020206030504050203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>
                <a:solidFill>
                  <a:schemeClr val="accent2"/>
                </a:solidFill>
                <a:latin typeface="Times New Roman" panose="020206030504050203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&lt;BK&gt; </a:t>
            </a:r>
            <a:r>
              <a:rPr lang="en-US" sz="1400" dirty="0">
                <a:latin typeface="Times New Roman" panose="020206030504050203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NY.</a:t>
            </a:r>
          </a:p>
        </p:txBody>
      </p:sp>
      <p:cxnSp>
        <p:nvCxnSpPr>
          <p:cNvPr id="256" name="Straight Arrow Connector 255">
            <a:extLst>
              <a:ext uri="{FF2B5EF4-FFF2-40B4-BE49-F238E27FC236}">
                <a16:creationId xmlns:a16="http://schemas.microsoft.com/office/drawing/2014/main" id="{3A17FED3-08E8-3BDD-0C61-C98C7F9B3E52}"/>
              </a:ext>
            </a:extLst>
          </p:cNvPr>
          <p:cNvCxnSpPr>
            <a:cxnSpLocks/>
          </p:cNvCxnSpPr>
          <p:nvPr/>
        </p:nvCxnSpPr>
        <p:spPr>
          <a:xfrm flipV="1">
            <a:off x="8898444" y="4099959"/>
            <a:ext cx="258510" cy="459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59" name="TextBox 258">
            <a:extLst>
              <a:ext uri="{FF2B5EF4-FFF2-40B4-BE49-F238E27FC236}">
                <a16:creationId xmlns:a16="http://schemas.microsoft.com/office/drawing/2014/main" id="{B0CA60BD-B761-ED2B-82B1-2C9A454DF56F}"/>
              </a:ext>
            </a:extLst>
          </p:cNvPr>
          <p:cNvSpPr txBox="1"/>
          <p:nvPr/>
        </p:nvSpPr>
        <p:spPr>
          <a:xfrm>
            <a:off x="9225780" y="4703472"/>
            <a:ext cx="212013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latin typeface="Times New Roman" panose="020206030504050203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She lives in </a:t>
            </a:r>
            <a:r>
              <a:rPr lang="en-US" sz="1400" strike="sngStrike" dirty="0">
                <a:solidFill>
                  <a:srgbClr val="FF0000"/>
                </a:solidFill>
                <a:latin typeface="Times New Roman" panose="020206030504050203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LA</a:t>
            </a:r>
            <a:r>
              <a:rPr lang="en-US" sz="1400" dirty="0">
                <a:latin typeface="Times New Roman" panose="020206030504050203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>
                <a:solidFill>
                  <a:schemeClr val="accent2"/>
                </a:solidFill>
                <a:latin typeface="Times New Roman" panose="020206030504050203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&lt;BK&gt; </a:t>
            </a:r>
            <a:r>
              <a:rPr lang="en-US" sz="1400" dirty="0">
                <a:latin typeface="Times New Roman" panose="020206030504050203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NY.</a:t>
            </a:r>
          </a:p>
        </p:txBody>
      </p:sp>
      <p:sp>
        <p:nvSpPr>
          <p:cNvPr id="260" name="TextBox 259">
            <a:extLst>
              <a:ext uri="{FF2B5EF4-FFF2-40B4-BE49-F238E27FC236}">
                <a16:creationId xmlns:a16="http://schemas.microsoft.com/office/drawing/2014/main" id="{2B149800-9F0E-46AD-A234-6D7A2AAAEBBA}"/>
              </a:ext>
            </a:extLst>
          </p:cNvPr>
          <p:cNvSpPr txBox="1"/>
          <p:nvPr/>
        </p:nvSpPr>
        <p:spPr>
          <a:xfrm>
            <a:off x="9225780" y="5440316"/>
            <a:ext cx="139422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latin typeface="Times New Roman" panose="020206030504050203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She lives in NY.</a:t>
            </a:r>
          </a:p>
        </p:txBody>
      </p:sp>
      <p:cxnSp>
        <p:nvCxnSpPr>
          <p:cNvPr id="261" name="Straight Arrow Connector 260">
            <a:extLst>
              <a:ext uri="{FF2B5EF4-FFF2-40B4-BE49-F238E27FC236}">
                <a16:creationId xmlns:a16="http://schemas.microsoft.com/office/drawing/2014/main" id="{47A39CA0-A54D-4DBC-902F-6132162B9425}"/>
              </a:ext>
            </a:extLst>
          </p:cNvPr>
          <p:cNvCxnSpPr>
            <a:cxnSpLocks/>
          </p:cNvCxnSpPr>
          <p:nvPr/>
        </p:nvCxnSpPr>
        <p:spPr>
          <a:xfrm>
            <a:off x="9934685" y="4300113"/>
            <a:ext cx="0" cy="37854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64" name="Straight Arrow Connector 263">
            <a:extLst>
              <a:ext uri="{FF2B5EF4-FFF2-40B4-BE49-F238E27FC236}">
                <a16:creationId xmlns:a16="http://schemas.microsoft.com/office/drawing/2014/main" id="{003D297E-CA46-D749-695F-0F125626552A}"/>
              </a:ext>
            </a:extLst>
          </p:cNvPr>
          <p:cNvCxnSpPr>
            <a:cxnSpLocks/>
          </p:cNvCxnSpPr>
          <p:nvPr/>
        </p:nvCxnSpPr>
        <p:spPr>
          <a:xfrm>
            <a:off x="9934685" y="5058681"/>
            <a:ext cx="0" cy="37854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66" name="Elbow Connector 265">
            <a:extLst>
              <a:ext uri="{FF2B5EF4-FFF2-40B4-BE49-F238E27FC236}">
                <a16:creationId xmlns:a16="http://schemas.microsoft.com/office/drawing/2014/main" id="{2B61B0E2-6222-FA96-8317-589C97068D69}"/>
              </a:ext>
            </a:extLst>
          </p:cNvPr>
          <p:cNvCxnSpPr>
            <a:cxnSpLocks/>
            <a:endCxn id="259" idx="2"/>
          </p:cNvCxnSpPr>
          <p:nvPr/>
        </p:nvCxnSpPr>
        <p:spPr>
          <a:xfrm rot="5400000">
            <a:off x="10473973" y="4805655"/>
            <a:ext cx="17467" cy="393720"/>
          </a:xfrm>
          <a:prstGeom prst="bentConnector3">
            <a:avLst>
              <a:gd name="adj1" fmla="val 1408754"/>
            </a:avLst>
          </a:prstGeom>
          <a:ln>
            <a:solidFill>
              <a:schemeClr val="accent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70" name="Picture 269">
            <a:extLst>
              <a:ext uri="{FF2B5EF4-FFF2-40B4-BE49-F238E27FC236}">
                <a16:creationId xmlns:a16="http://schemas.microsoft.com/office/drawing/2014/main" id="{416CF2BC-27CD-E426-6F32-2F7557BEC8F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602011" y="5482672"/>
            <a:ext cx="214416" cy="214416"/>
          </a:xfrm>
          <a:prstGeom prst="rect">
            <a:avLst/>
          </a:prstGeom>
        </p:spPr>
      </p:pic>
      <p:sp>
        <p:nvSpPr>
          <p:cNvPr id="215" name="TextBox 214">
            <a:extLst>
              <a:ext uri="{FF2B5EF4-FFF2-40B4-BE49-F238E27FC236}">
                <a16:creationId xmlns:a16="http://schemas.microsoft.com/office/drawing/2014/main" id="{89C0BB44-079D-8A0C-94F7-FDAACD24188D}"/>
              </a:ext>
            </a:extLst>
          </p:cNvPr>
          <p:cNvSpPr txBox="1"/>
          <p:nvPr/>
        </p:nvSpPr>
        <p:spPr>
          <a:xfrm>
            <a:off x="4312481" y="3702086"/>
            <a:ext cx="381425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(b) Inference</a:t>
            </a:r>
          </a:p>
        </p:txBody>
      </p:sp>
    </p:spTree>
    <p:extLst>
      <p:ext uri="{BB962C8B-B14F-4D97-AF65-F5344CB8AC3E}">
        <p14:creationId xmlns:p14="http://schemas.microsoft.com/office/powerpoint/2010/main" val="883598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A3CC09-8432-86FB-481E-DE25229299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Rounded Rectangle 77">
            <a:extLst>
              <a:ext uri="{FF2B5EF4-FFF2-40B4-BE49-F238E27FC236}">
                <a16:creationId xmlns:a16="http://schemas.microsoft.com/office/drawing/2014/main" id="{55BE54F5-A703-17B6-C7F1-D810B1450F39}"/>
              </a:ext>
            </a:extLst>
          </p:cNvPr>
          <p:cNvSpPr/>
          <p:nvPr/>
        </p:nvSpPr>
        <p:spPr>
          <a:xfrm>
            <a:off x="7259889" y="775068"/>
            <a:ext cx="3529323" cy="2843201"/>
          </a:xfrm>
          <a:prstGeom prst="roundRect">
            <a:avLst>
              <a:gd name="adj" fmla="val 7862"/>
            </a:avLst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124" name="Straight Connector 123">
            <a:extLst>
              <a:ext uri="{FF2B5EF4-FFF2-40B4-BE49-F238E27FC236}">
                <a16:creationId xmlns:a16="http://schemas.microsoft.com/office/drawing/2014/main" id="{7D2FE05D-67F8-6889-90EB-9DC1AE765954}"/>
              </a:ext>
            </a:extLst>
          </p:cNvPr>
          <p:cNvCxnSpPr>
            <a:cxnSpLocks/>
          </p:cNvCxnSpPr>
          <p:nvPr/>
        </p:nvCxnSpPr>
        <p:spPr>
          <a:xfrm>
            <a:off x="445549" y="3835982"/>
            <a:ext cx="10370879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prstDash val="dash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Rounded Rectangle 37">
            <a:extLst>
              <a:ext uri="{FF2B5EF4-FFF2-40B4-BE49-F238E27FC236}">
                <a16:creationId xmlns:a16="http://schemas.microsoft.com/office/drawing/2014/main" id="{C416E146-1D41-678D-E123-E898E53053EE}"/>
              </a:ext>
            </a:extLst>
          </p:cNvPr>
          <p:cNvSpPr/>
          <p:nvPr/>
        </p:nvSpPr>
        <p:spPr>
          <a:xfrm>
            <a:off x="445549" y="773313"/>
            <a:ext cx="3845147" cy="2843201"/>
          </a:xfrm>
          <a:prstGeom prst="roundRect">
            <a:avLst>
              <a:gd name="adj" fmla="val 7862"/>
            </a:avLst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846F33F6-7039-D8B0-DCE0-2EB8FD170BFC}"/>
              </a:ext>
            </a:extLst>
          </p:cNvPr>
          <p:cNvSpPr/>
          <p:nvPr/>
        </p:nvSpPr>
        <p:spPr>
          <a:xfrm>
            <a:off x="2060022" y="1380515"/>
            <a:ext cx="273722" cy="274320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E8E92011-AEE3-8055-EBE7-F65CA319B49F}"/>
              </a:ext>
            </a:extLst>
          </p:cNvPr>
          <p:cNvSpPr/>
          <p:nvPr/>
        </p:nvSpPr>
        <p:spPr>
          <a:xfrm>
            <a:off x="2336662" y="1380515"/>
            <a:ext cx="273722" cy="274320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D036BE05-149B-733C-D076-0A834BE4BB97}"/>
              </a:ext>
            </a:extLst>
          </p:cNvPr>
          <p:cNvSpPr/>
          <p:nvPr/>
        </p:nvSpPr>
        <p:spPr>
          <a:xfrm>
            <a:off x="2610384" y="1380515"/>
            <a:ext cx="273722" cy="274320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C6FA2C7A-D03C-367E-69C8-2D5238123C7D}"/>
              </a:ext>
            </a:extLst>
          </p:cNvPr>
          <p:cNvSpPr/>
          <p:nvPr/>
        </p:nvSpPr>
        <p:spPr>
          <a:xfrm>
            <a:off x="2884106" y="1380515"/>
            <a:ext cx="273722" cy="274320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E0ED9EC3-3453-C43F-33CE-8D5F17892F2E}"/>
              </a:ext>
            </a:extLst>
          </p:cNvPr>
          <p:cNvSpPr/>
          <p:nvPr/>
        </p:nvSpPr>
        <p:spPr>
          <a:xfrm>
            <a:off x="2060022" y="2024048"/>
            <a:ext cx="273722" cy="274320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9025ED00-3047-2FBF-82FC-FF15BECCD543}"/>
              </a:ext>
            </a:extLst>
          </p:cNvPr>
          <p:cNvSpPr/>
          <p:nvPr/>
        </p:nvSpPr>
        <p:spPr>
          <a:xfrm>
            <a:off x="2336662" y="2024048"/>
            <a:ext cx="273722" cy="274320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5655D3DC-C14D-50DF-8E32-A7925F6AC143}"/>
              </a:ext>
            </a:extLst>
          </p:cNvPr>
          <p:cNvSpPr/>
          <p:nvPr/>
        </p:nvSpPr>
        <p:spPr>
          <a:xfrm>
            <a:off x="2610384" y="2024048"/>
            <a:ext cx="273722" cy="274320"/>
          </a:xfrm>
          <a:prstGeom prst="rect">
            <a:avLst/>
          </a:prstGeom>
          <a:solidFill>
            <a:srgbClr val="FF7E79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2D0D30B1-5E3F-606A-0DD0-072EAC84F422}"/>
              </a:ext>
            </a:extLst>
          </p:cNvPr>
          <p:cNvSpPr/>
          <p:nvPr/>
        </p:nvSpPr>
        <p:spPr>
          <a:xfrm>
            <a:off x="2884106" y="2024048"/>
            <a:ext cx="273722" cy="274320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83F3934F-E348-CE7C-E53E-B735FBAC37D3}"/>
              </a:ext>
            </a:extLst>
          </p:cNvPr>
          <p:cNvSpPr/>
          <p:nvPr/>
        </p:nvSpPr>
        <p:spPr>
          <a:xfrm>
            <a:off x="2060022" y="2667582"/>
            <a:ext cx="273722" cy="274320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3F1ED8F9-F26D-6C45-BAAA-1DDF4753DD3F}"/>
              </a:ext>
            </a:extLst>
          </p:cNvPr>
          <p:cNvSpPr/>
          <p:nvPr/>
        </p:nvSpPr>
        <p:spPr>
          <a:xfrm>
            <a:off x="2336662" y="2667582"/>
            <a:ext cx="273722" cy="274320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BFBF03AB-0EC5-132C-3305-EE91D22039CF}"/>
              </a:ext>
            </a:extLst>
          </p:cNvPr>
          <p:cNvSpPr/>
          <p:nvPr/>
        </p:nvSpPr>
        <p:spPr>
          <a:xfrm>
            <a:off x="2610384" y="2667582"/>
            <a:ext cx="273722" cy="274320"/>
          </a:xfrm>
          <a:prstGeom prst="rect">
            <a:avLst/>
          </a:prstGeom>
          <a:solidFill>
            <a:srgbClr val="FF7E79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612DDA21-00ED-AE28-FE9E-F1ABF7306E39}"/>
              </a:ext>
            </a:extLst>
          </p:cNvPr>
          <p:cNvSpPr/>
          <p:nvPr/>
        </p:nvSpPr>
        <p:spPr>
          <a:xfrm>
            <a:off x="2884106" y="2667582"/>
            <a:ext cx="273722" cy="27432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2" name="Straight Connector 71">
            <a:extLst>
              <a:ext uri="{FF2B5EF4-FFF2-40B4-BE49-F238E27FC236}">
                <a16:creationId xmlns:a16="http://schemas.microsoft.com/office/drawing/2014/main" id="{954E3BD8-93A8-B349-C496-86EC196EF23C}"/>
              </a:ext>
            </a:extLst>
          </p:cNvPr>
          <p:cNvCxnSpPr>
            <a:stCxn id="45" idx="2"/>
            <a:endCxn id="51" idx="0"/>
          </p:cNvCxnSpPr>
          <p:nvPr/>
        </p:nvCxnSpPr>
        <p:spPr>
          <a:xfrm>
            <a:off x="2196883" y="1654835"/>
            <a:ext cx="0" cy="369213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prstDash val="sysDash"/>
            <a:headEnd type="arrow" w="sm" len="sm"/>
            <a:tailEnd type="arrow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Straight Connector 72">
            <a:extLst>
              <a:ext uri="{FF2B5EF4-FFF2-40B4-BE49-F238E27FC236}">
                <a16:creationId xmlns:a16="http://schemas.microsoft.com/office/drawing/2014/main" id="{A78D4B2C-CE3E-12AE-2A50-99C80ED0ED79}"/>
              </a:ext>
            </a:extLst>
          </p:cNvPr>
          <p:cNvCxnSpPr>
            <a:cxnSpLocks/>
            <a:stCxn id="46" idx="2"/>
            <a:endCxn id="52" idx="0"/>
          </p:cNvCxnSpPr>
          <p:nvPr/>
        </p:nvCxnSpPr>
        <p:spPr>
          <a:xfrm>
            <a:off x="2473523" y="1654835"/>
            <a:ext cx="0" cy="369213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prstDash val="sysDash"/>
            <a:headEnd type="arrow" w="sm" len="sm"/>
            <a:tailEnd type="arrow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Straight Connector 75">
            <a:extLst>
              <a:ext uri="{FF2B5EF4-FFF2-40B4-BE49-F238E27FC236}">
                <a16:creationId xmlns:a16="http://schemas.microsoft.com/office/drawing/2014/main" id="{61A08EA6-B207-86E7-038E-DA07CE269A66}"/>
              </a:ext>
            </a:extLst>
          </p:cNvPr>
          <p:cNvCxnSpPr>
            <a:cxnSpLocks/>
            <a:stCxn id="47" idx="2"/>
            <a:endCxn id="54" idx="0"/>
          </p:cNvCxnSpPr>
          <p:nvPr/>
        </p:nvCxnSpPr>
        <p:spPr>
          <a:xfrm>
            <a:off x="2747245" y="1654835"/>
            <a:ext cx="273722" cy="369213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prstDash val="sysDash"/>
            <a:headEnd type="arrow" w="sm" len="sm"/>
            <a:tailEnd type="arrow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4" name="Rectangle 83">
            <a:extLst>
              <a:ext uri="{FF2B5EF4-FFF2-40B4-BE49-F238E27FC236}">
                <a16:creationId xmlns:a16="http://schemas.microsoft.com/office/drawing/2014/main" id="{427F800E-18AA-DE1E-0FE9-83ABB34C08F3}"/>
              </a:ext>
            </a:extLst>
          </p:cNvPr>
          <p:cNvSpPr/>
          <p:nvPr/>
        </p:nvSpPr>
        <p:spPr>
          <a:xfrm>
            <a:off x="3159288" y="2667582"/>
            <a:ext cx="273722" cy="274320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5" name="Rectangle 84">
            <a:extLst>
              <a:ext uri="{FF2B5EF4-FFF2-40B4-BE49-F238E27FC236}">
                <a16:creationId xmlns:a16="http://schemas.microsoft.com/office/drawing/2014/main" id="{1762241F-EF23-F962-16A2-37669EC492F7}"/>
              </a:ext>
            </a:extLst>
          </p:cNvPr>
          <p:cNvSpPr/>
          <p:nvPr/>
        </p:nvSpPr>
        <p:spPr>
          <a:xfrm>
            <a:off x="3433010" y="2667582"/>
            <a:ext cx="273722" cy="274320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7" name="Rounded Rectangle 96">
            <a:extLst>
              <a:ext uri="{FF2B5EF4-FFF2-40B4-BE49-F238E27FC236}">
                <a16:creationId xmlns:a16="http://schemas.microsoft.com/office/drawing/2014/main" id="{4A375757-E096-E7A0-41A0-7FC3AB1B4436}"/>
              </a:ext>
            </a:extLst>
          </p:cNvPr>
          <p:cNvSpPr/>
          <p:nvPr/>
        </p:nvSpPr>
        <p:spPr>
          <a:xfrm>
            <a:off x="2018612" y="1979482"/>
            <a:ext cx="630264" cy="371959"/>
          </a:xfrm>
          <a:prstGeom prst="roundRect">
            <a:avLst/>
          </a:prstGeom>
          <a:noFill/>
          <a:ln w="12700">
            <a:solidFill>
              <a:schemeClr val="tx1">
                <a:lumMod val="50000"/>
                <a:lumOff val="50000"/>
              </a:schemeClr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8" name="Rounded Rectangle 97">
            <a:extLst>
              <a:ext uri="{FF2B5EF4-FFF2-40B4-BE49-F238E27FC236}">
                <a16:creationId xmlns:a16="http://schemas.microsoft.com/office/drawing/2014/main" id="{E906C7F1-5C5C-C4F5-E2AD-85B817E3193B}"/>
              </a:ext>
            </a:extLst>
          </p:cNvPr>
          <p:cNvSpPr/>
          <p:nvPr/>
        </p:nvSpPr>
        <p:spPr>
          <a:xfrm>
            <a:off x="2568974" y="1331108"/>
            <a:ext cx="630264" cy="371959"/>
          </a:xfrm>
          <a:prstGeom prst="roundRect">
            <a:avLst/>
          </a:prstGeom>
          <a:noFill/>
          <a:ln w="12700">
            <a:solidFill>
              <a:schemeClr val="tx1">
                <a:lumMod val="50000"/>
                <a:lumOff val="50000"/>
              </a:schemeClr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00" name="Curved Connector 99">
            <a:extLst>
              <a:ext uri="{FF2B5EF4-FFF2-40B4-BE49-F238E27FC236}">
                <a16:creationId xmlns:a16="http://schemas.microsoft.com/office/drawing/2014/main" id="{A6AB2B6F-4A3F-184D-1CFA-22584EE5F02F}"/>
              </a:ext>
            </a:extLst>
          </p:cNvPr>
          <p:cNvCxnSpPr>
            <a:cxnSpLocks/>
            <a:stCxn id="97" idx="2"/>
            <a:endCxn id="107" idx="0"/>
          </p:cNvCxnSpPr>
          <p:nvPr/>
        </p:nvCxnSpPr>
        <p:spPr>
          <a:xfrm rot="5400000">
            <a:off x="2197226" y="2486497"/>
            <a:ext cx="271575" cy="1462"/>
          </a:xfrm>
          <a:prstGeom prst="curvedConnector3">
            <a:avLst>
              <a:gd name="adj1" fmla="val 50000"/>
            </a:avLst>
          </a:prstGeom>
          <a:ln>
            <a:solidFill>
              <a:schemeClr val="tx2">
                <a:lumMod val="25000"/>
                <a:lumOff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" name="Curved Connector 105">
            <a:extLst>
              <a:ext uri="{FF2B5EF4-FFF2-40B4-BE49-F238E27FC236}">
                <a16:creationId xmlns:a16="http://schemas.microsoft.com/office/drawing/2014/main" id="{1E3F1DC8-4C93-497E-9A4B-31A1BA683194}"/>
              </a:ext>
            </a:extLst>
          </p:cNvPr>
          <p:cNvCxnSpPr>
            <a:cxnSpLocks/>
            <a:stCxn id="98" idx="3"/>
            <a:endCxn id="108" idx="0"/>
          </p:cNvCxnSpPr>
          <p:nvPr/>
        </p:nvCxnSpPr>
        <p:spPr>
          <a:xfrm>
            <a:off x="3199238" y="1517088"/>
            <a:ext cx="233772" cy="1109669"/>
          </a:xfrm>
          <a:prstGeom prst="curvedConnector2">
            <a:avLst/>
          </a:prstGeom>
          <a:ln>
            <a:solidFill>
              <a:schemeClr val="tx2">
                <a:lumMod val="25000"/>
                <a:lumOff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7" name="Rounded Rectangle 106">
            <a:extLst>
              <a:ext uri="{FF2B5EF4-FFF2-40B4-BE49-F238E27FC236}">
                <a16:creationId xmlns:a16="http://schemas.microsoft.com/office/drawing/2014/main" id="{F8F8381C-31B8-9CD3-5CFF-80677AD0466B}"/>
              </a:ext>
            </a:extLst>
          </p:cNvPr>
          <p:cNvSpPr/>
          <p:nvPr/>
        </p:nvSpPr>
        <p:spPr>
          <a:xfrm>
            <a:off x="2017150" y="2623016"/>
            <a:ext cx="630264" cy="371959"/>
          </a:xfrm>
          <a:prstGeom prst="roundRect">
            <a:avLst/>
          </a:prstGeom>
          <a:noFill/>
          <a:ln w="12700">
            <a:solidFill>
              <a:schemeClr val="tx1">
                <a:lumMod val="50000"/>
                <a:lumOff val="50000"/>
              </a:schemeClr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8" name="Rounded Rectangle 107">
            <a:extLst>
              <a:ext uri="{FF2B5EF4-FFF2-40B4-BE49-F238E27FC236}">
                <a16:creationId xmlns:a16="http://schemas.microsoft.com/office/drawing/2014/main" id="{DB3D054C-0648-F0AD-78AC-64AD23F5A92B}"/>
              </a:ext>
            </a:extLst>
          </p:cNvPr>
          <p:cNvSpPr/>
          <p:nvPr/>
        </p:nvSpPr>
        <p:spPr>
          <a:xfrm>
            <a:off x="3117878" y="2626757"/>
            <a:ext cx="630264" cy="371959"/>
          </a:xfrm>
          <a:prstGeom prst="roundRect">
            <a:avLst/>
          </a:prstGeom>
          <a:noFill/>
          <a:ln w="12700">
            <a:solidFill>
              <a:schemeClr val="tx1">
                <a:lumMod val="50000"/>
                <a:lumOff val="50000"/>
              </a:schemeClr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17" name="Straight Arrow Connector 116">
            <a:extLst>
              <a:ext uri="{FF2B5EF4-FFF2-40B4-BE49-F238E27FC236}">
                <a16:creationId xmlns:a16="http://schemas.microsoft.com/office/drawing/2014/main" id="{D349C958-DA38-F520-2AAA-A160710C0257}"/>
              </a:ext>
            </a:extLst>
          </p:cNvPr>
          <p:cNvCxnSpPr>
            <a:stCxn id="53" idx="2"/>
            <a:endCxn id="58" idx="0"/>
          </p:cNvCxnSpPr>
          <p:nvPr/>
        </p:nvCxnSpPr>
        <p:spPr>
          <a:xfrm>
            <a:off x="2747245" y="2298368"/>
            <a:ext cx="0" cy="369214"/>
          </a:xfrm>
          <a:prstGeom prst="straightConnector1">
            <a:avLst/>
          </a:prstGeom>
          <a:ln w="19050">
            <a:solidFill>
              <a:srgbClr val="FF26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8" name="Straight Arrow Connector 117">
            <a:extLst>
              <a:ext uri="{FF2B5EF4-FFF2-40B4-BE49-F238E27FC236}">
                <a16:creationId xmlns:a16="http://schemas.microsoft.com/office/drawing/2014/main" id="{2820FD61-306A-20AB-FED0-EFEB9C3FF80B}"/>
              </a:ext>
            </a:extLst>
          </p:cNvPr>
          <p:cNvCxnSpPr>
            <a:cxnSpLocks/>
            <a:stCxn id="53" idx="2"/>
            <a:endCxn id="59" idx="0"/>
          </p:cNvCxnSpPr>
          <p:nvPr/>
        </p:nvCxnSpPr>
        <p:spPr>
          <a:xfrm>
            <a:off x="2747245" y="2298368"/>
            <a:ext cx="273722" cy="369214"/>
          </a:xfrm>
          <a:prstGeom prst="straightConnector1">
            <a:avLst/>
          </a:prstGeom>
          <a:ln w="19050">
            <a:solidFill>
              <a:schemeClr val="accent2">
                <a:lumMod val="60000"/>
                <a:lumOff val="4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3" name="Rectangle 132">
            <a:extLst>
              <a:ext uri="{FF2B5EF4-FFF2-40B4-BE49-F238E27FC236}">
                <a16:creationId xmlns:a16="http://schemas.microsoft.com/office/drawing/2014/main" id="{B2D96725-4890-1C62-037B-5B852AC503F3}"/>
              </a:ext>
            </a:extLst>
          </p:cNvPr>
          <p:cNvSpPr/>
          <p:nvPr/>
        </p:nvSpPr>
        <p:spPr>
          <a:xfrm>
            <a:off x="882900" y="3150937"/>
            <a:ext cx="273722" cy="274320"/>
          </a:xfrm>
          <a:prstGeom prst="rect">
            <a:avLst/>
          </a:prstGeom>
          <a:solidFill>
            <a:srgbClr val="FF7E79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4" name="TextBox 133">
            <a:extLst>
              <a:ext uri="{FF2B5EF4-FFF2-40B4-BE49-F238E27FC236}">
                <a16:creationId xmlns:a16="http://schemas.microsoft.com/office/drawing/2014/main" id="{E12316AC-8CD5-C343-9A01-32655A304E25}"/>
              </a:ext>
            </a:extLst>
          </p:cNvPr>
          <p:cNvSpPr txBox="1"/>
          <p:nvPr/>
        </p:nvSpPr>
        <p:spPr>
          <a:xfrm>
            <a:off x="1156622" y="3142203"/>
            <a:ext cx="104887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Times New Roman" panose="020206030504050203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Error Token</a:t>
            </a:r>
          </a:p>
        </p:txBody>
      </p:sp>
      <p:sp>
        <p:nvSpPr>
          <p:cNvPr id="135" name="Rectangle 134">
            <a:extLst>
              <a:ext uri="{FF2B5EF4-FFF2-40B4-BE49-F238E27FC236}">
                <a16:creationId xmlns:a16="http://schemas.microsoft.com/office/drawing/2014/main" id="{5E4FF83F-61F4-5BF6-CDEA-2382DFFDDE71}"/>
              </a:ext>
            </a:extLst>
          </p:cNvPr>
          <p:cNvSpPr/>
          <p:nvPr/>
        </p:nvSpPr>
        <p:spPr>
          <a:xfrm>
            <a:off x="2335495" y="3149636"/>
            <a:ext cx="273722" cy="27432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6" name="TextBox 135">
            <a:extLst>
              <a:ext uri="{FF2B5EF4-FFF2-40B4-BE49-F238E27FC236}">
                <a16:creationId xmlns:a16="http://schemas.microsoft.com/office/drawing/2014/main" id="{EC85C694-331A-9DE0-3851-01E86AC16B51}"/>
              </a:ext>
            </a:extLst>
          </p:cNvPr>
          <p:cNvSpPr txBox="1"/>
          <p:nvPr/>
        </p:nvSpPr>
        <p:spPr>
          <a:xfrm>
            <a:off x="2609217" y="3140902"/>
            <a:ext cx="140153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Times New Roman" panose="020206030504050203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Backtrack Token</a:t>
            </a:r>
          </a:p>
        </p:txBody>
      </p:sp>
      <p:sp>
        <p:nvSpPr>
          <p:cNvPr id="143" name="TextBox 142">
            <a:extLst>
              <a:ext uri="{FF2B5EF4-FFF2-40B4-BE49-F238E27FC236}">
                <a16:creationId xmlns:a16="http://schemas.microsoft.com/office/drawing/2014/main" id="{B9A0F200-4A61-6D82-62D9-D318BB7D741E}"/>
              </a:ext>
            </a:extLst>
          </p:cNvPr>
          <p:cNvSpPr txBox="1"/>
          <p:nvPr/>
        </p:nvSpPr>
        <p:spPr>
          <a:xfrm>
            <a:off x="974954" y="1371781"/>
            <a:ext cx="91403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i="1" dirty="0">
                <a:latin typeface="Times New Roman" panose="020206030504050203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Reference</a:t>
            </a:r>
          </a:p>
        </p:txBody>
      </p:sp>
      <p:sp>
        <p:nvSpPr>
          <p:cNvPr id="144" name="TextBox 143">
            <a:extLst>
              <a:ext uri="{FF2B5EF4-FFF2-40B4-BE49-F238E27FC236}">
                <a16:creationId xmlns:a16="http://schemas.microsoft.com/office/drawing/2014/main" id="{C215B9AD-A56B-95AF-BB93-7DCDA572B4AA}"/>
              </a:ext>
            </a:extLst>
          </p:cNvPr>
          <p:cNvSpPr txBox="1"/>
          <p:nvPr/>
        </p:nvSpPr>
        <p:spPr>
          <a:xfrm>
            <a:off x="974954" y="2005536"/>
            <a:ext cx="94448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i="1" dirty="0">
                <a:latin typeface="Times New Roman" panose="020206030504050203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Generated</a:t>
            </a:r>
          </a:p>
        </p:txBody>
      </p:sp>
      <p:sp>
        <p:nvSpPr>
          <p:cNvPr id="145" name="TextBox 144">
            <a:extLst>
              <a:ext uri="{FF2B5EF4-FFF2-40B4-BE49-F238E27FC236}">
                <a16:creationId xmlns:a16="http://schemas.microsoft.com/office/drawing/2014/main" id="{8F197E5A-3066-D96B-5AF1-96C65A71401F}"/>
              </a:ext>
            </a:extLst>
          </p:cNvPr>
          <p:cNvSpPr txBox="1"/>
          <p:nvPr/>
        </p:nvSpPr>
        <p:spPr>
          <a:xfrm>
            <a:off x="974954" y="2650115"/>
            <a:ext cx="102303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i="1" dirty="0">
                <a:latin typeface="Times New Roman" panose="020206030504050203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Augmented</a:t>
            </a:r>
          </a:p>
        </p:txBody>
      </p:sp>
      <p:sp>
        <p:nvSpPr>
          <p:cNvPr id="146" name="TextBox 145">
            <a:extLst>
              <a:ext uri="{FF2B5EF4-FFF2-40B4-BE49-F238E27FC236}">
                <a16:creationId xmlns:a16="http://schemas.microsoft.com/office/drawing/2014/main" id="{BDD36B29-6BDB-34CD-E3F3-B439F67BAE1A}"/>
              </a:ext>
            </a:extLst>
          </p:cNvPr>
          <p:cNvSpPr txBox="1"/>
          <p:nvPr/>
        </p:nvSpPr>
        <p:spPr>
          <a:xfrm>
            <a:off x="445550" y="858262"/>
            <a:ext cx="384514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(a.1) Sequence Alignment Augmentation</a:t>
            </a:r>
          </a:p>
        </p:txBody>
      </p:sp>
      <p:sp>
        <p:nvSpPr>
          <p:cNvPr id="147" name="TextBox 146">
            <a:extLst>
              <a:ext uri="{FF2B5EF4-FFF2-40B4-BE49-F238E27FC236}">
                <a16:creationId xmlns:a16="http://schemas.microsoft.com/office/drawing/2014/main" id="{80878DDD-EB21-07F6-AF98-8110FE6FBA4A}"/>
              </a:ext>
            </a:extLst>
          </p:cNvPr>
          <p:cNvSpPr txBox="1"/>
          <p:nvPr/>
        </p:nvSpPr>
        <p:spPr>
          <a:xfrm>
            <a:off x="7259889" y="854559"/>
            <a:ext cx="352932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(a.3) GRPO</a:t>
            </a:r>
          </a:p>
        </p:txBody>
      </p:sp>
      <p:sp>
        <p:nvSpPr>
          <p:cNvPr id="214" name="TextBox 213">
            <a:extLst>
              <a:ext uri="{FF2B5EF4-FFF2-40B4-BE49-F238E27FC236}">
                <a16:creationId xmlns:a16="http://schemas.microsoft.com/office/drawing/2014/main" id="{B60AFA44-9FC0-DE4A-537E-B37163F97E09}"/>
              </a:ext>
            </a:extLst>
          </p:cNvPr>
          <p:cNvSpPr txBox="1"/>
          <p:nvPr/>
        </p:nvSpPr>
        <p:spPr>
          <a:xfrm>
            <a:off x="445550" y="372400"/>
            <a:ext cx="1037087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(a) Training Paradigm</a:t>
            </a:r>
          </a:p>
        </p:txBody>
      </p:sp>
      <p:sp>
        <p:nvSpPr>
          <p:cNvPr id="215" name="TextBox 214">
            <a:extLst>
              <a:ext uri="{FF2B5EF4-FFF2-40B4-BE49-F238E27FC236}">
                <a16:creationId xmlns:a16="http://schemas.microsoft.com/office/drawing/2014/main" id="{2FE03023-6481-632F-E507-96690D538A63}"/>
              </a:ext>
            </a:extLst>
          </p:cNvPr>
          <p:cNvSpPr txBox="1"/>
          <p:nvPr/>
        </p:nvSpPr>
        <p:spPr>
          <a:xfrm>
            <a:off x="445550" y="3905475"/>
            <a:ext cx="1034366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(b) Inference</a:t>
            </a:r>
          </a:p>
        </p:txBody>
      </p:sp>
      <p:sp>
        <p:nvSpPr>
          <p:cNvPr id="40" name="Rounded Rectangle 39">
            <a:extLst>
              <a:ext uri="{FF2B5EF4-FFF2-40B4-BE49-F238E27FC236}">
                <a16:creationId xmlns:a16="http://schemas.microsoft.com/office/drawing/2014/main" id="{8579F581-9CFF-1C47-2D41-6DFA4EECBC8C}"/>
              </a:ext>
            </a:extLst>
          </p:cNvPr>
          <p:cNvSpPr/>
          <p:nvPr/>
        </p:nvSpPr>
        <p:spPr>
          <a:xfrm>
            <a:off x="4502330" y="773313"/>
            <a:ext cx="2532107" cy="2843201"/>
          </a:xfrm>
          <a:prstGeom prst="roundRect">
            <a:avLst>
              <a:gd name="adj" fmla="val 7862"/>
            </a:avLst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9" name="Rectangle 138">
            <a:extLst>
              <a:ext uri="{FF2B5EF4-FFF2-40B4-BE49-F238E27FC236}">
                <a16:creationId xmlns:a16="http://schemas.microsoft.com/office/drawing/2014/main" id="{A5EABC42-F407-5B07-12D8-2BDF8174456C}"/>
              </a:ext>
            </a:extLst>
          </p:cNvPr>
          <p:cNvSpPr/>
          <p:nvPr/>
        </p:nvSpPr>
        <p:spPr>
          <a:xfrm>
            <a:off x="5195988" y="3160093"/>
            <a:ext cx="273722" cy="274320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0" name="TextBox 139">
            <a:extLst>
              <a:ext uri="{FF2B5EF4-FFF2-40B4-BE49-F238E27FC236}">
                <a16:creationId xmlns:a16="http://schemas.microsoft.com/office/drawing/2014/main" id="{75D91870-53C2-F409-AB8F-E3262C7332F0}"/>
              </a:ext>
            </a:extLst>
          </p:cNvPr>
          <p:cNvSpPr txBox="1"/>
          <p:nvPr/>
        </p:nvSpPr>
        <p:spPr>
          <a:xfrm>
            <a:off x="5469710" y="3151359"/>
            <a:ext cx="124284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latin typeface="Times New Roman" panose="020206030504050203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Masked Token</a:t>
            </a:r>
          </a:p>
        </p:txBody>
      </p:sp>
      <p:sp>
        <p:nvSpPr>
          <p:cNvPr id="142" name="TextBox 141">
            <a:extLst>
              <a:ext uri="{FF2B5EF4-FFF2-40B4-BE49-F238E27FC236}">
                <a16:creationId xmlns:a16="http://schemas.microsoft.com/office/drawing/2014/main" id="{E54B8F14-F175-66CC-C298-02216351E352}"/>
              </a:ext>
            </a:extLst>
          </p:cNvPr>
          <p:cNvSpPr txBox="1"/>
          <p:nvPr/>
        </p:nvSpPr>
        <p:spPr>
          <a:xfrm>
            <a:off x="4502329" y="863268"/>
            <a:ext cx="253210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(a.2) Masked SFT</a:t>
            </a:r>
          </a:p>
        </p:txBody>
      </p:sp>
      <p:grpSp>
        <p:nvGrpSpPr>
          <p:cNvPr id="74" name="Group 73">
            <a:extLst>
              <a:ext uri="{FF2B5EF4-FFF2-40B4-BE49-F238E27FC236}">
                <a16:creationId xmlns:a16="http://schemas.microsoft.com/office/drawing/2014/main" id="{FFC1169B-64C6-74E6-DA4F-7525596A708C}"/>
              </a:ext>
            </a:extLst>
          </p:cNvPr>
          <p:cNvGrpSpPr/>
          <p:nvPr/>
        </p:nvGrpSpPr>
        <p:grpSpPr>
          <a:xfrm>
            <a:off x="4684574" y="1309195"/>
            <a:ext cx="2046932" cy="1708296"/>
            <a:chOff x="4684574" y="1309195"/>
            <a:chExt cx="2046932" cy="1708296"/>
          </a:xfrm>
        </p:grpSpPr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04904D2D-6858-7886-4E18-BF8DD7516875}"/>
                </a:ext>
              </a:extLst>
            </p:cNvPr>
            <p:cNvSpPr txBox="1"/>
            <p:nvPr/>
          </p:nvSpPr>
          <p:spPr>
            <a:xfrm>
              <a:off x="4687492" y="1309195"/>
              <a:ext cx="346735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i="1" dirty="0">
                  <a:latin typeface="Times New Roman" panose="02020603050405020304" pitchFamily="18" charset="0"/>
                  <a:ea typeface="Cambria Math" panose="02040503050406030204" pitchFamily="18" charset="0"/>
                  <a:cs typeface="Times New Roman" panose="02020603050405020304" pitchFamily="18" charset="0"/>
                </a:rPr>
                <a:t>t</a:t>
              </a:r>
              <a:r>
                <a:rPr lang="en-US" altLang="zh-CN" sz="1400" i="1" baseline="-25000" dirty="0">
                  <a:latin typeface="Times New Roman" panose="02020603050405020304" pitchFamily="18" charset="0"/>
                  <a:ea typeface="Cambria Math" panose="02040503050406030204" pitchFamily="18" charset="0"/>
                  <a:cs typeface="Times New Roman" panose="02020603050405020304" pitchFamily="18" charset="0"/>
                </a:rPr>
                <a:t>0</a:t>
              </a:r>
            </a:p>
          </p:txBody>
        </p:sp>
        <p:sp>
          <p:nvSpPr>
            <p:cNvPr id="2" name="Rectangle 1">
              <a:extLst>
                <a:ext uri="{FF2B5EF4-FFF2-40B4-BE49-F238E27FC236}">
                  <a16:creationId xmlns:a16="http://schemas.microsoft.com/office/drawing/2014/main" id="{E1D27537-EEDC-DC65-B776-3FE7EED5778F}"/>
                </a:ext>
              </a:extLst>
            </p:cNvPr>
            <p:cNvSpPr/>
            <p:nvPr/>
          </p:nvSpPr>
          <p:spPr>
            <a:xfrm>
              <a:off x="5084796" y="1347554"/>
              <a:ext cx="273722" cy="273350"/>
            </a:xfrm>
            <a:prstGeom prst="rect">
              <a:avLst/>
            </a:prstGeom>
            <a:solidFill>
              <a:schemeClr val="tx2">
                <a:lumMod val="25000"/>
                <a:lumOff val="7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12D73366-7E96-65F8-EA4B-55F86CEE2B28}"/>
                </a:ext>
              </a:extLst>
            </p:cNvPr>
            <p:cNvSpPr/>
            <p:nvPr/>
          </p:nvSpPr>
          <p:spPr>
            <a:xfrm>
              <a:off x="5361436" y="1347554"/>
              <a:ext cx="273722" cy="273350"/>
            </a:xfrm>
            <a:prstGeom prst="rect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68E1F003-34DF-5F35-9870-ECB615A75357}"/>
                </a:ext>
              </a:extLst>
            </p:cNvPr>
            <p:cNvSpPr/>
            <p:nvPr/>
          </p:nvSpPr>
          <p:spPr>
            <a:xfrm>
              <a:off x="5635158" y="1347554"/>
              <a:ext cx="273722" cy="273350"/>
            </a:xfrm>
            <a:prstGeom prst="rect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B043BE03-05CC-9122-6CA9-652C1AFB1EE5}"/>
                </a:ext>
              </a:extLst>
            </p:cNvPr>
            <p:cNvSpPr/>
            <p:nvPr/>
          </p:nvSpPr>
          <p:spPr>
            <a:xfrm>
              <a:off x="5908880" y="1347554"/>
              <a:ext cx="273722" cy="273350"/>
            </a:xfrm>
            <a:prstGeom prst="rect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E1601083-FF37-8985-F1DE-938AB2846813}"/>
                </a:ext>
              </a:extLst>
            </p:cNvPr>
            <p:cNvSpPr/>
            <p:nvPr/>
          </p:nvSpPr>
          <p:spPr>
            <a:xfrm>
              <a:off x="6184062" y="1347554"/>
              <a:ext cx="273722" cy="273350"/>
            </a:xfrm>
            <a:prstGeom prst="rect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68AE0528-13BF-6A34-AD8E-5F3F041D4E2E}"/>
                </a:ext>
              </a:extLst>
            </p:cNvPr>
            <p:cNvSpPr/>
            <p:nvPr/>
          </p:nvSpPr>
          <p:spPr>
            <a:xfrm>
              <a:off x="6457784" y="1347554"/>
              <a:ext cx="273722" cy="273350"/>
            </a:xfrm>
            <a:prstGeom prst="rect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6CD9F18F-1A87-21C0-132E-5E6C44FDAC17}"/>
                </a:ext>
              </a:extLst>
            </p:cNvPr>
            <p:cNvSpPr/>
            <p:nvPr/>
          </p:nvSpPr>
          <p:spPr>
            <a:xfrm>
              <a:off x="5083337" y="1622287"/>
              <a:ext cx="273722" cy="273350"/>
            </a:xfrm>
            <a:prstGeom prst="rect">
              <a:avLst/>
            </a:prstGeom>
            <a:solidFill>
              <a:schemeClr val="tx2">
                <a:lumMod val="25000"/>
                <a:lumOff val="7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73CE003A-AA5F-8331-C54E-89321B2F97C9}"/>
                </a:ext>
              </a:extLst>
            </p:cNvPr>
            <p:cNvSpPr/>
            <p:nvPr/>
          </p:nvSpPr>
          <p:spPr>
            <a:xfrm>
              <a:off x="5359977" y="1622287"/>
              <a:ext cx="273722" cy="273350"/>
            </a:xfrm>
            <a:prstGeom prst="rect">
              <a:avLst/>
            </a:prstGeom>
            <a:solidFill>
              <a:schemeClr val="tx2">
                <a:lumMod val="25000"/>
                <a:lumOff val="7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18612BB7-551F-79EC-4607-FA524EF14B76}"/>
                </a:ext>
              </a:extLst>
            </p:cNvPr>
            <p:cNvSpPr/>
            <p:nvPr/>
          </p:nvSpPr>
          <p:spPr>
            <a:xfrm>
              <a:off x="5633699" y="1622287"/>
              <a:ext cx="273722" cy="273350"/>
            </a:xfrm>
            <a:prstGeom prst="rect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444939F6-D602-65C8-5ECB-FCCDABFD994B}"/>
                </a:ext>
              </a:extLst>
            </p:cNvPr>
            <p:cNvSpPr/>
            <p:nvPr/>
          </p:nvSpPr>
          <p:spPr>
            <a:xfrm>
              <a:off x="5907421" y="1622287"/>
              <a:ext cx="273722" cy="273350"/>
            </a:xfrm>
            <a:prstGeom prst="rect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54FAA2CB-4536-CF10-3859-877521DD4B94}"/>
                </a:ext>
              </a:extLst>
            </p:cNvPr>
            <p:cNvSpPr/>
            <p:nvPr/>
          </p:nvSpPr>
          <p:spPr>
            <a:xfrm>
              <a:off x="6182603" y="1622287"/>
              <a:ext cx="273722" cy="273350"/>
            </a:xfrm>
            <a:prstGeom prst="rect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1943425E-A670-5AC0-978F-0BF18FAA8177}"/>
                </a:ext>
              </a:extLst>
            </p:cNvPr>
            <p:cNvSpPr/>
            <p:nvPr/>
          </p:nvSpPr>
          <p:spPr>
            <a:xfrm>
              <a:off x="6456325" y="1622287"/>
              <a:ext cx="273722" cy="273350"/>
            </a:xfrm>
            <a:prstGeom prst="rect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882F1D0E-FB50-DA39-AFBC-8DB1C1420B51}"/>
                </a:ext>
              </a:extLst>
            </p:cNvPr>
            <p:cNvSpPr/>
            <p:nvPr/>
          </p:nvSpPr>
          <p:spPr>
            <a:xfrm>
              <a:off x="5084067" y="1894356"/>
              <a:ext cx="273722" cy="273350"/>
            </a:xfrm>
            <a:prstGeom prst="rect">
              <a:avLst/>
            </a:prstGeom>
            <a:solidFill>
              <a:schemeClr val="tx2">
                <a:lumMod val="25000"/>
                <a:lumOff val="7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C33037BC-C616-E09F-4C22-5FDD35E4D162}"/>
                </a:ext>
              </a:extLst>
            </p:cNvPr>
            <p:cNvSpPr/>
            <p:nvPr/>
          </p:nvSpPr>
          <p:spPr>
            <a:xfrm>
              <a:off x="5360707" y="1894356"/>
              <a:ext cx="273722" cy="273350"/>
            </a:xfrm>
            <a:prstGeom prst="rect">
              <a:avLst/>
            </a:prstGeom>
            <a:solidFill>
              <a:schemeClr val="tx2">
                <a:lumMod val="25000"/>
                <a:lumOff val="7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9B456B44-C1E1-DE78-4876-5E4445EB92C0}"/>
                </a:ext>
              </a:extLst>
            </p:cNvPr>
            <p:cNvSpPr/>
            <p:nvPr/>
          </p:nvSpPr>
          <p:spPr>
            <a:xfrm>
              <a:off x="5634429" y="1894356"/>
              <a:ext cx="273722" cy="273350"/>
            </a:xfrm>
            <a:prstGeom prst="rect">
              <a:avLst/>
            </a:prstGeom>
            <a:solidFill>
              <a:srgbClr val="FF7E79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FE44B331-EDAA-2E20-B722-B3C146B76402}"/>
                </a:ext>
              </a:extLst>
            </p:cNvPr>
            <p:cNvSpPr/>
            <p:nvPr/>
          </p:nvSpPr>
          <p:spPr>
            <a:xfrm>
              <a:off x="5908151" y="1894356"/>
              <a:ext cx="273722" cy="273350"/>
            </a:xfrm>
            <a:prstGeom prst="rect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CD91C801-E975-5C3F-D696-990B5D073C29}"/>
                </a:ext>
              </a:extLst>
            </p:cNvPr>
            <p:cNvSpPr/>
            <p:nvPr/>
          </p:nvSpPr>
          <p:spPr>
            <a:xfrm>
              <a:off x="6183333" y="1894356"/>
              <a:ext cx="273722" cy="273350"/>
            </a:xfrm>
            <a:prstGeom prst="rect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4C5E8C83-FDD2-0798-1F76-8C0773C1F0DD}"/>
                </a:ext>
              </a:extLst>
            </p:cNvPr>
            <p:cNvSpPr/>
            <p:nvPr/>
          </p:nvSpPr>
          <p:spPr>
            <a:xfrm>
              <a:off x="6457055" y="1894356"/>
              <a:ext cx="273722" cy="273350"/>
            </a:xfrm>
            <a:prstGeom prst="rect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3F3C37AF-19C5-3CFE-3AFE-E8DB132CFE7F}"/>
                </a:ext>
              </a:extLst>
            </p:cNvPr>
            <p:cNvSpPr/>
            <p:nvPr/>
          </p:nvSpPr>
          <p:spPr>
            <a:xfrm>
              <a:off x="5082608" y="2169089"/>
              <a:ext cx="273722" cy="273350"/>
            </a:xfrm>
            <a:prstGeom prst="rect">
              <a:avLst/>
            </a:prstGeom>
            <a:solidFill>
              <a:schemeClr val="tx2">
                <a:lumMod val="25000"/>
                <a:lumOff val="7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7BE9EBA6-F4F4-B73F-FA7F-D2CBEBEDB1D3}"/>
                </a:ext>
              </a:extLst>
            </p:cNvPr>
            <p:cNvSpPr/>
            <p:nvPr/>
          </p:nvSpPr>
          <p:spPr>
            <a:xfrm>
              <a:off x="5359248" y="2169089"/>
              <a:ext cx="273722" cy="273350"/>
            </a:xfrm>
            <a:prstGeom prst="rect">
              <a:avLst/>
            </a:prstGeom>
            <a:solidFill>
              <a:schemeClr val="tx2">
                <a:lumMod val="25000"/>
                <a:lumOff val="7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48ECCBAC-20B8-FADA-3E3A-48F18277EE34}"/>
                </a:ext>
              </a:extLst>
            </p:cNvPr>
            <p:cNvSpPr/>
            <p:nvPr/>
          </p:nvSpPr>
          <p:spPr>
            <a:xfrm>
              <a:off x="5632970" y="2169089"/>
              <a:ext cx="273722" cy="273350"/>
            </a:xfrm>
            <a:prstGeom prst="rect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44894C72-7C7B-8593-9CA6-0423DC2BB8C4}"/>
                </a:ext>
              </a:extLst>
            </p:cNvPr>
            <p:cNvSpPr/>
            <p:nvPr/>
          </p:nvSpPr>
          <p:spPr>
            <a:xfrm>
              <a:off x="5906692" y="2169089"/>
              <a:ext cx="273722" cy="273350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804D9067-75D2-2514-D04B-5EAAB572571B}"/>
                </a:ext>
              </a:extLst>
            </p:cNvPr>
            <p:cNvSpPr/>
            <p:nvPr/>
          </p:nvSpPr>
          <p:spPr>
            <a:xfrm>
              <a:off x="6181874" y="2169089"/>
              <a:ext cx="273722" cy="273350"/>
            </a:xfrm>
            <a:prstGeom prst="rect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DA2E22E0-7FB6-6FA4-663B-665B49268183}"/>
                </a:ext>
              </a:extLst>
            </p:cNvPr>
            <p:cNvSpPr/>
            <p:nvPr/>
          </p:nvSpPr>
          <p:spPr>
            <a:xfrm>
              <a:off x="6455596" y="2169089"/>
              <a:ext cx="273722" cy="273350"/>
            </a:xfrm>
            <a:prstGeom prst="rect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B68598D9-14FE-B997-E5D4-4C1C7D554E03}"/>
                </a:ext>
              </a:extLst>
            </p:cNvPr>
            <p:cNvSpPr/>
            <p:nvPr/>
          </p:nvSpPr>
          <p:spPr>
            <a:xfrm>
              <a:off x="5083338" y="2440752"/>
              <a:ext cx="273722" cy="273350"/>
            </a:xfrm>
            <a:prstGeom prst="rect">
              <a:avLst/>
            </a:prstGeom>
            <a:solidFill>
              <a:schemeClr val="tx2">
                <a:lumMod val="25000"/>
                <a:lumOff val="7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EFC89DCF-A66C-96C0-21BE-12839454077D}"/>
                </a:ext>
              </a:extLst>
            </p:cNvPr>
            <p:cNvSpPr/>
            <p:nvPr/>
          </p:nvSpPr>
          <p:spPr>
            <a:xfrm>
              <a:off x="5359978" y="2440752"/>
              <a:ext cx="273722" cy="273350"/>
            </a:xfrm>
            <a:prstGeom prst="rect">
              <a:avLst/>
            </a:prstGeom>
            <a:solidFill>
              <a:schemeClr val="tx2">
                <a:lumMod val="25000"/>
                <a:lumOff val="7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3847E243-01C0-2D2A-1ADD-756FA5A0E59D}"/>
                </a:ext>
              </a:extLst>
            </p:cNvPr>
            <p:cNvSpPr/>
            <p:nvPr/>
          </p:nvSpPr>
          <p:spPr>
            <a:xfrm>
              <a:off x="5633700" y="2440752"/>
              <a:ext cx="273722" cy="273350"/>
            </a:xfrm>
            <a:prstGeom prst="rect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752B9578-439A-71F4-383A-1D5B606E5794}"/>
                </a:ext>
              </a:extLst>
            </p:cNvPr>
            <p:cNvSpPr/>
            <p:nvPr/>
          </p:nvSpPr>
          <p:spPr>
            <a:xfrm>
              <a:off x="5907422" y="2440752"/>
              <a:ext cx="273722" cy="273350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3E22D946-A793-4DE6-D1CC-07EC8079E394}"/>
                </a:ext>
              </a:extLst>
            </p:cNvPr>
            <p:cNvSpPr/>
            <p:nvPr/>
          </p:nvSpPr>
          <p:spPr>
            <a:xfrm>
              <a:off x="6182604" y="2440752"/>
              <a:ext cx="273722" cy="273350"/>
            </a:xfrm>
            <a:prstGeom prst="rect">
              <a:avLst/>
            </a:prstGeom>
            <a:solidFill>
              <a:schemeClr val="tx2">
                <a:lumMod val="25000"/>
                <a:lumOff val="7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14682916-5134-228E-B73E-D405707EE743}"/>
                </a:ext>
              </a:extLst>
            </p:cNvPr>
            <p:cNvSpPr/>
            <p:nvPr/>
          </p:nvSpPr>
          <p:spPr>
            <a:xfrm>
              <a:off x="6456326" y="2440752"/>
              <a:ext cx="273722" cy="273350"/>
            </a:xfrm>
            <a:prstGeom prst="rect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4" name="Rectangle 43">
              <a:extLst>
                <a:ext uri="{FF2B5EF4-FFF2-40B4-BE49-F238E27FC236}">
                  <a16:creationId xmlns:a16="http://schemas.microsoft.com/office/drawing/2014/main" id="{EED7D587-F730-77B0-ED0D-87FDE7694D66}"/>
                </a:ext>
              </a:extLst>
            </p:cNvPr>
            <p:cNvSpPr/>
            <p:nvPr/>
          </p:nvSpPr>
          <p:spPr>
            <a:xfrm>
              <a:off x="5084796" y="2720124"/>
              <a:ext cx="273722" cy="273350"/>
            </a:xfrm>
            <a:prstGeom prst="rect">
              <a:avLst/>
            </a:prstGeom>
            <a:solidFill>
              <a:schemeClr val="tx2">
                <a:lumMod val="25000"/>
                <a:lumOff val="7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8" name="Rectangle 47">
              <a:extLst>
                <a:ext uri="{FF2B5EF4-FFF2-40B4-BE49-F238E27FC236}">
                  <a16:creationId xmlns:a16="http://schemas.microsoft.com/office/drawing/2014/main" id="{987E7708-0E60-5682-A070-F5DE787270DD}"/>
                </a:ext>
              </a:extLst>
            </p:cNvPr>
            <p:cNvSpPr/>
            <p:nvPr/>
          </p:nvSpPr>
          <p:spPr>
            <a:xfrm>
              <a:off x="5361436" y="2720124"/>
              <a:ext cx="273722" cy="273350"/>
            </a:xfrm>
            <a:prstGeom prst="rect">
              <a:avLst/>
            </a:prstGeom>
            <a:solidFill>
              <a:schemeClr val="tx2">
                <a:lumMod val="25000"/>
                <a:lumOff val="7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0" name="Rectangle 49">
              <a:extLst>
                <a:ext uri="{FF2B5EF4-FFF2-40B4-BE49-F238E27FC236}">
                  <a16:creationId xmlns:a16="http://schemas.microsoft.com/office/drawing/2014/main" id="{0FB3D8C6-AA7F-7B9E-8336-6BC04ED12A24}"/>
                </a:ext>
              </a:extLst>
            </p:cNvPr>
            <p:cNvSpPr/>
            <p:nvPr/>
          </p:nvSpPr>
          <p:spPr>
            <a:xfrm>
              <a:off x="5635158" y="2720124"/>
              <a:ext cx="273722" cy="273350"/>
            </a:xfrm>
            <a:prstGeom prst="rect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5" name="Rectangle 54">
              <a:extLst>
                <a:ext uri="{FF2B5EF4-FFF2-40B4-BE49-F238E27FC236}">
                  <a16:creationId xmlns:a16="http://schemas.microsoft.com/office/drawing/2014/main" id="{AF7EB9C7-B96C-329D-706D-9C039D5AF5DB}"/>
                </a:ext>
              </a:extLst>
            </p:cNvPr>
            <p:cNvSpPr/>
            <p:nvPr/>
          </p:nvSpPr>
          <p:spPr>
            <a:xfrm>
              <a:off x="5908880" y="2720124"/>
              <a:ext cx="273722" cy="273350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0" name="Rectangle 59">
              <a:extLst>
                <a:ext uri="{FF2B5EF4-FFF2-40B4-BE49-F238E27FC236}">
                  <a16:creationId xmlns:a16="http://schemas.microsoft.com/office/drawing/2014/main" id="{D7AAD62E-533C-30E2-F590-AA7517DF086F}"/>
                </a:ext>
              </a:extLst>
            </p:cNvPr>
            <p:cNvSpPr/>
            <p:nvPr/>
          </p:nvSpPr>
          <p:spPr>
            <a:xfrm>
              <a:off x="6184062" y="2720124"/>
              <a:ext cx="273722" cy="273350"/>
            </a:xfrm>
            <a:prstGeom prst="rect">
              <a:avLst/>
            </a:prstGeom>
            <a:solidFill>
              <a:schemeClr val="tx2">
                <a:lumMod val="25000"/>
                <a:lumOff val="7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1" name="Rectangle 60">
              <a:extLst>
                <a:ext uri="{FF2B5EF4-FFF2-40B4-BE49-F238E27FC236}">
                  <a16:creationId xmlns:a16="http://schemas.microsoft.com/office/drawing/2014/main" id="{245C6EEA-41E4-F596-FA47-0CDDEA3C4E95}"/>
                </a:ext>
              </a:extLst>
            </p:cNvPr>
            <p:cNvSpPr/>
            <p:nvPr/>
          </p:nvSpPr>
          <p:spPr>
            <a:xfrm>
              <a:off x="6457784" y="2720124"/>
              <a:ext cx="273722" cy="273350"/>
            </a:xfrm>
            <a:prstGeom prst="rect">
              <a:avLst/>
            </a:prstGeom>
            <a:solidFill>
              <a:schemeClr val="tx2">
                <a:lumMod val="25000"/>
                <a:lumOff val="7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4" name="TextBox 63">
              <a:extLst>
                <a:ext uri="{FF2B5EF4-FFF2-40B4-BE49-F238E27FC236}">
                  <a16:creationId xmlns:a16="http://schemas.microsoft.com/office/drawing/2014/main" id="{207D5663-B4C7-E822-0AD0-A66E3A0BAFA9}"/>
                </a:ext>
              </a:extLst>
            </p:cNvPr>
            <p:cNvSpPr txBox="1"/>
            <p:nvPr/>
          </p:nvSpPr>
          <p:spPr>
            <a:xfrm>
              <a:off x="4687492" y="1597044"/>
              <a:ext cx="346735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i="1" dirty="0">
                  <a:latin typeface="Times New Roman" panose="02020603050405020304" pitchFamily="18" charset="0"/>
                  <a:ea typeface="Cambria Math" panose="02040503050406030204" pitchFamily="18" charset="0"/>
                  <a:cs typeface="Times New Roman" panose="02020603050405020304" pitchFamily="18" charset="0"/>
                </a:rPr>
                <a:t>t</a:t>
              </a:r>
              <a:r>
                <a:rPr lang="en-US" altLang="zh-CN" sz="1400" i="1" baseline="-25000" dirty="0">
                  <a:latin typeface="Times New Roman" panose="02020603050405020304" pitchFamily="18" charset="0"/>
                  <a:ea typeface="Cambria Math" panose="02040503050406030204" pitchFamily="18" charset="0"/>
                  <a:cs typeface="Times New Roman" panose="02020603050405020304" pitchFamily="18" charset="0"/>
                </a:rPr>
                <a:t>1</a:t>
              </a:r>
            </a:p>
          </p:txBody>
        </p:sp>
        <p:sp>
          <p:nvSpPr>
            <p:cNvPr id="65" name="TextBox 64">
              <a:extLst>
                <a:ext uri="{FF2B5EF4-FFF2-40B4-BE49-F238E27FC236}">
                  <a16:creationId xmlns:a16="http://schemas.microsoft.com/office/drawing/2014/main" id="{C6BD618D-1EE5-25FA-645F-3271C7910EB6}"/>
                </a:ext>
              </a:extLst>
            </p:cNvPr>
            <p:cNvSpPr txBox="1"/>
            <p:nvPr/>
          </p:nvSpPr>
          <p:spPr>
            <a:xfrm>
              <a:off x="4687492" y="1873167"/>
              <a:ext cx="346735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i="1" dirty="0">
                  <a:latin typeface="Times New Roman" panose="02020603050405020304" pitchFamily="18" charset="0"/>
                  <a:ea typeface="Cambria Math" panose="02040503050406030204" pitchFamily="18" charset="0"/>
                  <a:cs typeface="Times New Roman" panose="02020603050405020304" pitchFamily="18" charset="0"/>
                </a:rPr>
                <a:t>t</a:t>
              </a:r>
              <a:r>
                <a:rPr lang="en-US" altLang="zh-CN" sz="1400" i="1" baseline="-25000" dirty="0">
                  <a:latin typeface="Times New Roman" panose="02020603050405020304" pitchFamily="18" charset="0"/>
                  <a:ea typeface="Cambria Math" panose="02040503050406030204" pitchFamily="18" charset="0"/>
                  <a:cs typeface="Times New Roman" panose="02020603050405020304" pitchFamily="18" charset="0"/>
                </a:rPr>
                <a:t>2</a:t>
              </a:r>
            </a:p>
          </p:txBody>
        </p:sp>
        <p:sp>
          <p:nvSpPr>
            <p:cNvPr id="66" name="TextBox 65">
              <a:extLst>
                <a:ext uri="{FF2B5EF4-FFF2-40B4-BE49-F238E27FC236}">
                  <a16:creationId xmlns:a16="http://schemas.microsoft.com/office/drawing/2014/main" id="{BD98A087-2548-BE15-3919-19DD7E2FF953}"/>
                </a:ext>
              </a:extLst>
            </p:cNvPr>
            <p:cNvSpPr txBox="1"/>
            <p:nvPr/>
          </p:nvSpPr>
          <p:spPr>
            <a:xfrm>
              <a:off x="4684574" y="2145818"/>
              <a:ext cx="346735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i="1" dirty="0">
                  <a:latin typeface="Times New Roman" panose="02020603050405020304" pitchFamily="18" charset="0"/>
                  <a:ea typeface="Cambria Math" panose="02040503050406030204" pitchFamily="18" charset="0"/>
                  <a:cs typeface="Times New Roman" panose="02020603050405020304" pitchFamily="18" charset="0"/>
                </a:rPr>
                <a:t>t</a:t>
              </a:r>
              <a:r>
                <a:rPr lang="en-US" altLang="zh-CN" sz="1400" i="1" baseline="-25000" dirty="0">
                  <a:latin typeface="Times New Roman" panose="02020603050405020304" pitchFamily="18" charset="0"/>
                  <a:ea typeface="Cambria Math" panose="02040503050406030204" pitchFamily="18" charset="0"/>
                  <a:cs typeface="Times New Roman" panose="02020603050405020304" pitchFamily="18" charset="0"/>
                </a:rPr>
                <a:t>3</a:t>
              </a:r>
            </a:p>
          </p:txBody>
        </p:sp>
        <p:sp>
          <p:nvSpPr>
            <p:cNvPr id="68" name="TextBox 67">
              <a:extLst>
                <a:ext uri="{FF2B5EF4-FFF2-40B4-BE49-F238E27FC236}">
                  <a16:creationId xmlns:a16="http://schemas.microsoft.com/office/drawing/2014/main" id="{69CEB10D-D4DD-3A1D-FCC2-F72D069EBCF7}"/>
                </a:ext>
              </a:extLst>
            </p:cNvPr>
            <p:cNvSpPr txBox="1"/>
            <p:nvPr/>
          </p:nvSpPr>
          <p:spPr>
            <a:xfrm>
              <a:off x="4684574" y="2437063"/>
              <a:ext cx="346735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i="1" dirty="0">
                  <a:latin typeface="Times New Roman" panose="02020603050405020304" pitchFamily="18" charset="0"/>
                  <a:ea typeface="Cambria Math" panose="02040503050406030204" pitchFamily="18" charset="0"/>
                  <a:cs typeface="Times New Roman" panose="02020603050405020304" pitchFamily="18" charset="0"/>
                </a:rPr>
                <a:t>t</a:t>
              </a:r>
              <a:r>
                <a:rPr lang="en-US" altLang="zh-CN" sz="1400" i="1" baseline="-25000" dirty="0">
                  <a:latin typeface="Times New Roman" panose="02020603050405020304" pitchFamily="18" charset="0"/>
                  <a:ea typeface="Cambria Math" panose="02040503050406030204" pitchFamily="18" charset="0"/>
                  <a:cs typeface="Times New Roman" panose="02020603050405020304" pitchFamily="18" charset="0"/>
                </a:rPr>
                <a:t>4</a:t>
              </a:r>
            </a:p>
          </p:txBody>
        </p:sp>
        <p:sp>
          <p:nvSpPr>
            <p:cNvPr id="71" name="TextBox 70">
              <a:extLst>
                <a:ext uri="{FF2B5EF4-FFF2-40B4-BE49-F238E27FC236}">
                  <a16:creationId xmlns:a16="http://schemas.microsoft.com/office/drawing/2014/main" id="{86EA7266-5C3A-203C-1CF6-3108FC473170}"/>
                </a:ext>
              </a:extLst>
            </p:cNvPr>
            <p:cNvSpPr txBox="1"/>
            <p:nvPr/>
          </p:nvSpPr>
          <p:spPr>
            <a:xfrm>
              <a:off x="4684574" y="2709714"/>
              <a:ext cx="346735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i="1" dirty="0">
                  <a:latin typeface="Times New Roman" panose="02020603050405020304" pitchFamily="18" charset="0"/>
                  <a:ea typeface="Cambria Math" panose="02040503050406030204" pitchFamily="18" charset="0"/>
                  <a:cs typeface="Times New Roman" panose="02020603050405020304" pitchFamily="18" charset="0"/>
                </a:rPr>
                <a:t>t</a:t>
              </a:r>
              <a:r>
                <a:rPr lang="en-US" altLang="zh-CN" sz="1400" i="1" baseline="-25000" dirty="0">
                  <a:latin typeface="Times New Roman" panose="02020603050405020304" pitchFamily="18" charset="0"/>
                  <a:ea typeface="Cambria Math" panose="02040503050406030204" pitchFamily="18" charset="0"/>
                  <a:cs typeface="Times New Roman" panose="02020603050405020304" pitchFamily="18" charset="0"/>
                </a:rPr>
                <a:t>5</a:t>
              </a:r>
            </a:p>
          </p:txBody>
        </p:sp>
      </p:grpSp>
      <p:sp>
        <p:nvSpPr>
          <p:cNvPr id="141" name="Right Arrow 140">
            <a:extLst>
              <a:ext uri="{FF2B5EF4-FFF2-40B4-BE49-F238E27FC236}">
                <a16:creationId xmlns:a16="http://schemas.microsoft.com/office/drawing/2014/main" id="{43582EDE-D14E-05BA-EB4B-58C264C420D0}"/>
              </a:ext>
            </a:extLst>
          </p:cNvPr>
          <p:cNvSpPr/>
          <p:nvPr/>
        </p:nvSpPr>
        <p:spPr>
          <a:xfrm>
            <a:off x="4290696" y="2031830"/>
            <a:ext cx="330521" cy="230748"/>
          </a:xfrm>
          <a:prstGeom prst="rightArrow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3" name="Rounded Rectangle 82">
            <a:extLst>
              <a:ext uri="{FF2B5EF4-FFF2-40B4-BE49-F238E27FC236}">
                <a16:creationId xmlns:a16="http://schemas.microsoft.com/office/drawing/2014/main" id="{A9428842-DE92-B46B-37D0-69CE0E66EEFB}"/>
              </a:ext>
            </a:extLst>
          </p:cNvPr>
          <p:cNvSpPr/>
          <p:nvPr/>
        </p:nvSpPr>
        <p:spPr>
          <a:xfrm>
            <a:off x="8920952" y="2016859"/>
            <a:ext cx="1480876" cy="774715"/>
          </a:xfrm>
          <a:prstGeom prst="roundRect">
            <a:avLst>
              <a:gd name="adj" fmla="val 25496"/>
            </a:avLst>
          </a:prstGeom>
          <a:solidFill>
            <a:schemeClr val="accent2">
              <a:lumMod val="20000"/>
              <a:lumOff val="8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5189A594-AA76-BEC4-BE19-0F5ADCA13831}"/>
              </a:ext>
            </a:extLst>
          </p:cNvPr>
          <p:cNvSpPr txBox="1"/>
          <p:nvPr/>
        </p:nvSpPr>
        <p:spPr>
          <a:xfrm>
            <a:off x="9195710" y="2027292"/>
            <a:ext cx="88806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latin typeface="Times New Roman" panose="020206030504050203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Reward</a:t>
            </a:r>
          </a:p>
        </p:txBody>
      </p:sp>
      <p:sp>
        <p:nvSpPr>
          <p:cNvPr id="87" name="Rounded Rectangle 86">
            <a:extLst>
              <a:ext uri="{FF2B5EF4-FFF2-40B4-BE49-F238E27FC236}">
                <a16:creationId xmlns:a16="http://schemas.microsoft.com/office/drawing/2014/main" id="{21DDD88F-A72E-D26C-CF8B-644A57246806}"/>
              </a:ext>
            </a:extLst>
          </p:cNvPr>
          <p:cNvSpPr/>
          <p:nvPr/>
        </p:nvSpPr>
        <p:spPr>
          <a:xfrm>
            <a:off x="8998046" y="2375828"/>
            <a:ext cx="538288" cy="338554"/>
          </a:xfrm>
          <a:prstGeom prst="roundRect">
            <a:avLst>
              <a:gd name="adj" fmla="val 50000"/>
            </a:avLst>
          </a:prstGeom>
          <a:solidFill>
            <a:schemeClr val="accent2">
              <a:lumMod val="20000"/>
              <a:lumOff val="80000"/>
            </a:schemeClr>
          </a:solidFill>
          <a:ln w="19050">
            <a:solidFill>
              <a:schemeClr val="accent2">
                <a:lumMod val="60000"/>
                <a:lumOff val="40000"/>
              </a:schemeClr>
            </a:solidFill>
            <a:prstDash val="sysDash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8" name="Rounded Rectangle 87">
            <a:extLst>
              <a:ext uri="{FF2B5EF4-FFF2-40B4-BE49-F238E27FC236}">
                <a16:creationId xmlns:a16="http://schemas.microsoft.com/office/drawing/2014/main" id="{A13F3DF7-7872-2AD8-6119-C9CFBC2D791E}"/>
              </a:ext>
            </a:extLst>
          </p:cNvPr>
          <p:cNvSpPr/>
          <p:nvPr/>
        </p:nvSpPr>
        <p:spPr>
          <a:xfrm>
            <a:off x="9622969" y="2375954"/>
            <a:ext cx="698384" cy="338554"/>
          </a:xfrm>
          <a:prstGeom prst="roundRect">
            <a:avLst>
              <a:gd name="adj" fmla="val 50000"/>
            </a:avLst>
          </a:prstGeom>
          <a:solidFill>
            <a:schemeClr val="accent2">
              <a:lumMod val="20000"/>
              <a:lumOff val="80000"/>
            </a:schemeClr>
          </a:solidFill>
          <a:ln w="19050">
            <a:solidFill>
              <a:schemeClr val="accent2">
                <a:lumMod val="60000"/>
                <a:lumOff val="40000"/>
              </a:schemeClr>
            </a:solidFill>
            <a:prstDash val="sysDash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CD698DD2-33DA-B236-0306-E9BA7379A8F6}"/>
              </a:ext>
            </a:extLst>
          </p:cNvPr>
          <p:cNvSpPr txBox="1"/>
          <p:nvPr/>
        </p:nvSpPr>
        <p:spPr>
          <a:xfrm>
            <a:off x="8998047" y="2391692"/>
            <a:ext cx="53828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i="1" dirty="0"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R</a:t>
            </a:r>
            <a:r>
              <a:rPr lang="en-US" sz="1400" i="1" baseline="-25000" dirty="0"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BK</a:t>
            </a:r>
            <a:endParaRPr lang="en-US" sz="1400" i="1" dirty="0">
              <a:latin typeface="Cambria Math" panose="02040503050406030204" pitchFamily="18" charset="0"/>
              <a:ea typeface="Cambria Math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90" name="Rounded Rectangle 89">
            <a:extLst>
              <a:ext uri="{FF2B5EF4-FFF2-40B4-BE49-F238E27FC236}">
                <a16:creationId xmlns:a16="http://schemas.microsoft.com/office/drawing/2014/main" id="{44625304-8382-F12B-CB7F-3B7B8F5024AD}"/>
              </a:ext>
            </a:extLst>
          </p:cNvPr>
          <p:cNvSpPr/>
          <p:nvPr/>
        </p:nvSpPr>
        <p:spPr>
          <a:xfrm>
            <a:off x="7599417" y="1326771"/>
            <a:ext cx="2868695" cy="496177"/>
          </a:xfrm>
          <a:prstGeom prst="roundRect">
            <a:avLst>
              <a:gd name="adj" fmla="val 19565"/>
            </a:avLst>
          </a:prstGeom>
          <a:solidFill>
            <a:schemeClr val="bg1"/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9" name="Rounded Rectangle 78">
            <a:extLst>
              <a:ext uri="{FF2B5EF4-FFF2-40B4-BE49-F238E27FC236}">
                <a16:creationId xmlns:a16="http://schemas.microsoft.com/office/drawing/2014/main" id="{CA302837-4F03-070D-2040-784FB2C453B2}"/>
              </a:ext>
            </a:extLst>
          </p:cNvPr>
          <p:cNvSpPr/>
          <p:nvPr/>
        </p:nvSpPr>
        <p:spPr>
          <a:xfrm>
            <a:off x="7709485" y="1423024"/>
            <a:ext cx="497936" cy="295882"/>
          </a:xfrm>
          <a:prstGeom prst="roundRect">
            <a:avLst/>
          </a:prstGeom>
          <a:solidFill>
            <a:schemeClr val="tx2">
              <a:lumMod val="25000"/>
              <a:lumOff val="75000"/>
            </a:schemeClr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lang="en-US" sz="1400" i="1" baseline="-25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en-US" sz="1400" i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0" name="Rounded Rectangle 79">
            <a:extLst>
              <a:ext uri="{FF2B5EF4-FFF2-40B4-BE49-F238E27FC236}">
                <a16:creationId xmlns:a16="http://schemas.microsoft.com/office/drawing/2014/main" id="{491F37D3-201C-16FE-327D-D1A417F5D2D7}"/>
              </a:ext>
            </a:extLst>
          </p:cNvPr>
          <p:cNvSpPr/>
          <p:nvPr/>
        </p:nvSpPr>
        <p:spPr>
          <a:xfrm>
            <a:off x="8415244" y="1425588"/>
            <a:ext cx="497936" cy="295882"/>
          </a:xfrm>
          <a:prstGeom prst="roundRect">
            <a:avLst/>
          </a:prstGeom>
          <a:solidFill>
            <a:schemeClr val="tx2">
              <a:lumMod val="25000"/>
              <a:lumOff val="75000"/>
            </a:schemeClr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lang="en-US" sz="1400" i="1" baseline="-25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en-US" sz="1400" i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1" name="Rounded Rectangle 80">
            <a:extLst>
              <a:ext uri="{FF2B5EF4-FFF2-40B4-BE49-F238E27FC236}">
                <a16:creationId xmlns:a16="http://schemas.microsoft.com/office/drawing/2014/main" id="{2899E6F6-3E32-7791-B80E-285FE54D8E92}"/>
              </a:ext>
            </a:extLst>
          </p:cNvPr>
          <p:cNvSpPr/>
          <p:nvPr/>
        </p:nvSpPr>
        <p:spPr>
          <a:xfrm>
            <a:off x="9130847" y="1425201"/>
            <a:ext cx="497936" cy="295882"/>
          </a:xfrm>
          <a:prstGeom prst="roundRect">
            <a:avLst/>
          </a:prstGeom>
          <a:solidFill>
            <a:schemeClr val="tx2">
              <a:lumMod val="25000"/>
              <a:lumOff val="75000"/>
            </a:schemeClr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lang="en-US" sz="1400" i="1" baseline="-25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endParaRPr lang="en-US" sz="1400" i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2" name="Rounded Rectangle 81">
            <a:extLst>
              <a:ext uri="{FF2B5EF4-FFF2-40B4-BE49-F238E27FC236}">
                <a16:creationId xmlns:a16="http://schemas.microsoft.com/office/drawing/2014/main" id="{48800EEF-9A8C-7937-1FD6-F2D6BBA07D61}"/>
              </a:ext>
            </a:extLst>
          </p:cNvPr>
          <p:cNvSpPr/>
          <p:nvPr/>
        </p:nvSpPr>
        <p:spPr>
          <a:xfrm>
            <a:off x="9862765" y="1425201"/>
            <a:ext cx="497936" cy="295882"/>
          </a:xfrm>
          <a:prstGeom prst="roundRect">
            <a:avLst/>
          </a:prstGeom>
          <a:solidFill>
            <a:schemeClr val="tx2">
              <a:lumMod val="25000"/>
              <a:lumOff val="75000"/>
            </a:schemeClr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lang="en-US" sz="1400" i="1" baseline="-25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endParaRPr lang="en-US" sz="1400" i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102F5B7B-E2F0-7D28-C3FD-4C62D97F5AEB}"/>
              </a:ext>
            </a:extLst>
          </p:cNvPr>
          <p:cNvSpPr txBox="1"/>
          <p:nvPr/>
        </p:nvSpPr>
        <p:spPr>
          <a:xfrm>
            <a:off x="9608175" y="2393398"/>
            <a:ext cx="71317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i="1" dirty="0" err="1"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R</a:t>
            </a:r>
            <a:r>
              <a:rPr lang="en-US" sz="1400" i="1" baseline="-25000" dirty="0" err="1"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punish</a:t>
            </a:r>
            <a:endParaRPr lang="en-US" sz="1400" i="1" dirty="0">
              <a:latin typeface="Cambria Math" panose="02040503050406030204" pitchFamily="18" charset="0"/>
              <a:ea typeface="Cambria Math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92" name="Rounded Rectangle 91">
            <a:extLst>
              <a:ext uri="{FF2B5EF4-FFF2-40B4-BE49-F238E27FC236}">
                <a16:creationId xmlns:a16="http://schemas.microsoft.com/office/drawing/2014/main" id="{B03F0E61-8AFC-4615-3AB2-E97CCB6AFD44}"/>
              </a:ext>
            </a:extLst>
          </p:cNvPr>
          <p:cNvSpPr/>
          <p:nvPr/>
        </p:nvSpPr>
        <p:spPr>
          <a:xfrm>
            <a:off x="7787974" y="2027292"/>
            <a:ext cx="1021349" cy="547639"/>
          </a:xfrm>
          <a:prstGeom prst="roundRect">
            <a:avLst>
              <a:gd name="adj" fmla="val 25496"/>
            </a:avLst>
          </a:prstGeom>
          <a:solidFill>
            <a:schemeClr val="tx2">
              <a:lumMod val="10000"/>
              <a:lumOff val="9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Reference</a:t>
            </a:r>
            <a:br>
              <a:rPr lang="en-US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Model</a:t>
            </a:r>
          </a:p>
        </p:txBody>
      </p:sp>
      <p:sp>
        <p:nvSpPr>
          <p:cNvPr id="101" name="Rounded Rectangle 100">
            <a:extLst>
              <a:ext uri="{FF2B5EF4-FFF2-40B4-BE49-F238E27FC236}">
                <a16:creationId xmlns:a16="http://schemas.microsoft.com/office/drawing/2014/main" id="{0225CCC3-BD61-DFC5-0350-332FD58B7F28}"/>
              </a:ext>
            </a:extLst>
          </p:cNvPr>
          <p:cNvSpPr/>
          <p:nvPr/>
        </p:nvSpPr>
        <p:spPr>
          <a:xfrm>
            <a:off x="7615566" y="2955495"/>
            <a:ext cx="2868695" cy="496177"/>
          </a:xfrm>
          <a:prstGeom prst="roundRect">
            <a:avLst>
              <a:gd name="adj" fmla="val 19565"/>
            </a:avLst>
          </a:prstGeom>
          <a:solidFill>
            <a:schemeClr val="bg1"/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2" name="Rounded Rectangle 101">
            <a:extLst>
              <a:ext uri="{FF2B5EF4-FFF2-40B4-BE49-F238E27FC236}">
                <a16:creationId xmlns:a16="http://schemas.microsoft.com/office/drawing/2014/main" id="{68EC904E-90BF-844D-8916-4AAC10A3A46D}"/>
              </a:ext>
            </a:extLst>
          </p:cNvPr>
          <p:cNvSpPr/>
          <p:nvPr/>
        </p:nvSpPr>
        <p:spPr>
          <a:xfrm>
            <a:off x="7725634" y="3060457"/>
            <a:ext cx="497936" cy="295882"/>
          </a:xfrm>
          <a:prstGeom prst="roundRect">
            <a:avLst/>
          </a:prstGeom>
          <a:solidFill>
            <a:schemeClr val="tx2">
              <a:lumMod val="25000"/>
              <a:lumOff val="75000"/>
            </a:schemeClr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US" sz="1400" i="1" baseline="-25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en-US" sz="1400" i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3" name="Rounded Rectangle 102">
            <a:extLst>
              <a:ext uri="{FF2B5EF4-FFF2-40B4-BE49-F238E27FC236}">
                <a16:creationId xmlns:a16="http://schemas.microsoft.com/office/drawing/2014/main" id="{355B9D16-3290-A90D-9A31-25D59118E28C}"/>
              </a:ext>
            </a:extLst>
          </p:cNvPr>
          <p:cNvSpPr/>
          <p:nvPr/>
        </p:nvSpPr>
        <p:spPr>
          <a:xfrm>
            <a:off x="8431393" y="3063021"/>
            <a:ext cx="497936" cy="295882"/>
          </a:xfrm>
          <a:prstGeom prst="roundRect">
            <a:avLst/>
          </a:prstGeom>
          <a:solidFill>
            <a:schemeClr val="tx2">
              <a:lumMod val="25000"/>
              <a:lumOff val="75000"/>
            </a:schemeClr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US" sz="1400" i="1" baseline="-25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en-US" sz="1400" i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4" name="Rounded Rectangle 103">
            <a:extLst>
              <a:ext uri="{FF2B5EF4-FFF2-40B4-BE49-F238E27FC236}">
                <a16:creationId xmlns:a16="http://schemas.microsoft.com/office/drawing/2014/main" id="{01476F72-3525-0ECD-8DF7-2A2A48B816DA}"/>
              </a:ext>
            </a:extLst>
          </p:cNvPr>
          <p:cNvSpPr/>
          <p:nvPr/>
        </p:nvSpPr>
        <p:spPr>
          <a:xfrm>
            <a:off x="9146996" y="3062634"/>
            <a:ext cx="497936" cy="295882"/>
          </a:xfrm>
          <a:prstGeom prst="roundRect">
            <a:avLst/>
          </a:prstGeom>
          <a:solidFill>
            <a:schemeClr val="tx2">
              <a:lumMod val="25000"/>
              <a:lumOff val="75000"/>
            </a:schemeClr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US" sz="1400" i="1" baseline="-25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endParaRPr lang="en-US" sz="1400" i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5" name="Rounded Rectangle 104">
            <a:extLst>
              <a:ext uri="{FF2B5EF4-FFF2-40B4-BE49-F238E27FC236}">
                <a16:creationId xmlns:a16="http://schemas.microsoft.com/office/drawing/2014/main" id="{2BFF2C86-0372-E846-1335-2E95B80054AC}"/>
              </a:ext>
            </a:extLst>
          </p:cNvPr>
          <p:cNvSpPr/>
          <p:nvPr/>
        </p:nvSpPr>
        <p:spPr>
          <a:xfrm>
            <a:off x="9878914" y="3062634"/>
            <a:ext cx="497936" cy="295882"/>
          </a:xfrm>
          <a:prstGeom prst="roundRect">
            <a:avLst/>
          </a:prstGeom>
          <a:solidFill>
            <a:schemeClr val="tx2">
              <a:lumMod val="25000"/>
              <a:lumOff val="75000"/>
            </a:schemeClr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US" sz="1400" i="1" baseline="-25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endParaRPr lang="en-US" sz="1400" i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10" name="Curved Connector 109">
            <a:extLst>
              <a:ext uri="{FF2B5EF4-FFF2-40B4-BE49-F238E27FC236}">
                <a16:creationId xmlns:a16="http://schemas.microsoft.com/office/drawing/2014/main" id="{8BD596C9-7DED-91AF-D02F-E6244468BE7F}"/>
              </a:ext>
            </a:extLst>
          </p:cNvPr>
          <p:cNvCxnSpPr>
            <a:stCxn id="90" idx="2"/>
            <a:endCxn id="86" idx="0"/>
          </p:cNvCxnSpPr>
          <p:nvPr/>
        </p:nvCxnSpPr>
        <p:spPr>
          <a:xfrm rot="16200000" flipH="1">
            <a:off x="9234582" y="1622130"/>
            <a:ext cx="204344" cy="605979"/>
          </a:xfrm>
          <a:prstGeom prst="curvedConnector3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11" name="Curved Connector 110">
            <a:extLst>
              <a:ext uri="{FF2B5EF4-FFF2-40B4-BE49-F238E27FC236}">
                <a16:creationId xmlns:a16="http://schemas.microsoft.com/office/drawing/2014/main" id="{3B5B9B2E-9052-2B4D-E507-DF15E8766BF7}"/>
              </a:ext>
            </a:extLst>
          </p:cNvPr>
          <p:cNvCxnSpPr>
            <a:cxnSpLocks/>
            <a:stCxn id="90" idx="2"/>
            <a:endCxn id="92" idx="0"/>
          </p:cNvCxnSpPr>
          <p:nvPr/>
        </p:nvCxnSpPr>
        <p:spPr>
          <a:xfrm rot="5400000">
            <a:off x="8564035" y="1557562"/>
            <a:ext cx="204344" cy="735116"/>
          </a:xfrm>
          <a:prstGeom prst="curved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14" name="Curved Connector 113">
            <a:extLst>
              <a:ext uri="{FF2B5EF4-FFF2-40B4-BE49-F238E27FC236}">
                <a16:creationId xmlns:a16="http://schemas.microsoft.com/office/drawing/2014/main" id="{12463856-AA3C-A027-EE1C-982AB19C88A5}"/>
              </a:ext>
            </a:extLst>
          </p:cNvPr>
          <p:cNvCxnSpPr>
            <a:cxnSpLocks/>
            <a:stCxn id="83" idx="2"/>
            <a:endCxn id="101" idx="0"/>
          </p:cNvCxnSpPr>
          <p:nvPr/>
        </p:nvCxnSpPr>
        <p:spPr>
          <a:xfrm rot="5400000">
            <a:off x="9273692" y="2567796"/>
            <a:ext cx="163921" cy="611476"/>
          </a:xfrm>
          <a:prstGeom prst="curved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23" name="Right Arrow 122">
            <a:extLst>
              <a:ext uri="{FF2B5EF4-FFF2-40B4-BE49-F238E27FC236}">
                <a16:creationId xmlns:a16="http://schemas.microsoft.com/office/drawing/2014/main" id="{45B7136B-4171-E5DE-9E72-595C604CCE03}"/>
              </a:ext>
            </a:extLst>
          </p:cNvPr>
          <p:cNvSpPr/>
          <p:nvPr/>
        </p:nvSpPr>
        <p:spPr>
          <a:xfrm>
            <a:off x="7041144" y="2031830"/>
            <a:ext cx="330521" cy="230748"/>
          </a:xfrm>
          <a:prstGeom prst="rightArrow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6" name="Rectangle 125">
            <a:extLst>
              <a:ext uri="{FF2B5EF4-FFF2-40B4-BE49-F238E27FC236}">
                <a16:creationId xmlns:a16="http://schemas.microsoft.com/office/drawing/2014/main" id="{1206133B-68F9-0CA3-5032-B4153B5D8C24}"/>
              </a:ext>
            </a:extLst>
          </p:cNvPr>
          <p:cNvSpPr/>
          <p:nvPr/>
        </p:nvSpPr>
        <p:spPr>
          <a:xfrm>
            <a:off x="459362" y="5809810"/>
            <a:ext cx="273722" cy="274320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7" name="Rectangle 126">
            <a:extLst>
              <a:ext uri="{FF2B5EF4-FFF2-40B4-BE49-F238E27FC236}">
                <a16:creationId xmlns:a16="http://schemas.microsoft.com/office/drawing/2014/main" id="{367E5169-8805-0AE9-0F47-8444FDD269C9}"/>
              </a:ext>
            </a:extLst>
          </p:cNvPr>
          <p:cNvSpPr/>
          <p:nvPr/>
        </p:nvSpPr>
        <p:spPr>
          <a:xfrm>
            <a:off x="908788" y="5809810"/>
            <a:ext cx="273722" cy="274320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8" name="Rectangle 127">
            <a:extLst>
              <a:ext uri="{FF2B5EF4-FFF2-40B4-BE49-F238E27FC236}">
                <a16:creationId xmlns:a16="http://schemas.microsoft.com/office/drawing/2014/main" id="{A6965230-5B04-2CB6-BDD7-2F6D4336C0C6}"/>
              </a:ext>
            </a:extLst>
          </p:cNvPr>
          <p:cNvSpPr/>
          <p:nvPr/>
        </p:nvSpPr>
        <p:spPr>
          <a:xfrm>
            <a:off x="1354093" y="5808351"/>
            <a:ext cx="273722" cy="274320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9" name="Rectangle 128">
            <a:extLst>
              <a:ext uri="{FF2B5EF4-FFF2-40B4-BE49-F238E27FC236}">
                <a16:creationId xmlns:a16="http://schemas.microsoft.com/office/drawing/2014/main" id="{D813E7E0-6D7F-4958-BB13-B0A7618A65C2}"/>
              </a:ext>
            </a:extLst>
          </p:cNvPr>
          <p:cNvSpPr/>
          <p:nvPr/>
        </p:nvSpPr>
        <p:spPr>
          <a:xfrm>
            <a:off x="1799398" y="5808351"/>
            <a:ext cx="273722" cy="274320"/>
          </a:xfrm>
          <a:prstGeom prst="rect">
            <a:avLst/>
          </a:prstGeom>
          <a:solidFill>
            <a:srgbClr val="FF7E79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0" name="Rectangle 129">
            <a:extLst>
              <a:ext uri="{FF2B5EF4-FFF2-40B4-BE49-F238E27FC236}">
                <a16:creationId xmlns:a16="http://schemas.microsoft.com/office/drawing/2014/main" id="{F3EA7DB5-D0AC-9A39-D7E9-4E6507A15C28}"/>
              </a:ext>
            </a:extLst>
          </p:cNvPr>
          <p:cNvSpPr/>
          <p:nvPr/>
        </p:nvSpPr>
        <p:spPr>
          <a:xfrm>
            <a:off x="2244703" y="5808351"/>
            <a:ext cx="273722" cy="274320"/>
          </a:xfrm>
          <a:prstGeom prst="rect">
            <a:avLst/>
          </a:prstGeom>
          <a:solidFill>
            <a:srgbClr val="FF7E79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1" name="Rectangle 130">
            <a:extLst>
              <a:ext uri="{FF2B5EF4-FFF2-40B4-BE49-F238E27FC236}">
                <a16:creationId xmlns:a16="http://schemas.microsoft.com/office/drawing/2014/main" id="{FDDD3296-9B71-BEAC-A315-B8E190CC0B25}"/>
              </a:ext>
            </a:extLst>
          </p:cNvPr>
          <p:cNvSpPr/>
          <p:nvPr/>
        </p:nvSpPr>
        <p:spPr>
          <a:xfrm>
            <a:off x="2688225" y="5808351"/>
            <a:ext cx="273722" cy="27432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2" name="Rectangle 131">
            <a:extLst>
              <a:ext uri="{FF2B5EF4-FFF2-40B4-BE49-F238E27FC236}">
                <a16:creationId xmlns:a16="http://schemas.microsoft.com/office/drawing/2014/main" id="{8A2B12F3-3B1C-D238-FAA1-7A01F46C47F3}"/>
              </a:ext>
            </a:extLst>
          </p:cNvPr>
          <p:cNvSpPr/>
          <p:nvPr/>
        </p:nvSpPr>
        <p:spPr>
          <a:xfrm>
            <a:off x="3129048" y="5808351"/>
            <a:ext cx="273722" cy="27432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7" name="Rectangle 136">
            <a:extLst>
              <a:ext uri="{FF2B5EF4-FFF2-40B4-BE49-F238E27FC236}">
                <a16:creationId xmlns:a16="http://schemas.microsoft.com/office/drawing/2014/main" id="{A7C52972-6F7A-AC1F-27F5-593B56698713}"/>
              </a:ext>
            </a:extLst>
          </p:cNvPr>
          <p:cNvSpPr/>
          <p:nvPr/>
        </p:nvSpPr>
        <p:spPr>
          <a:xfrm>
            <a:off x="3576151" y="5804669"/>
            <a:ext cx="273722" cy="274320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8" name="Rectangle 137">
            <a:extLst>
              <a:ext uri="{FF2B5EF4-FFF2-40B4-BE49-F238E27FC236}">
                <a16:creationId xmlns:a16="http://schemas.microsoft.com/office/drawing/2014/main" id="{BDE2F910-9188-05EB-DAFB-76726E813011}"/>
              </a:ext>
            </a:extLst>
          </p:cNvPr>
          <p:cNvSpPr/>
          <p:nvPr/>
        </p:nvSpPr>
        <p:spPr>
          <a:xfrm>
            <a:off x="4016974" y="5809795"/>
            <a:ext cx="273722" cy="274320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8" name="Rectangle 147">
            <a:extLst>
              <a:ext uri="{FF2B5EF4-FFF2-40B4-BE49-F238E27FC236}">
                <a16:creationId xmlns:a16="http://schemas.microsoft.com/office/drawing/2014/main" id="{1BF3F73D-89AE-0240-F8B4-394126CC4EA9}"/>
              </a:ext>
            </a:extLst>
          </p:cNvPr>
          <p:cNvSpPr/>
          <p:nvPr/>
        </p:nvSpPr>
        <p:spPr>
          <a:xfrm>
            <a:off x="453434" y="4280068"/>
            <a:ext cx="273722" cy="274320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9" name="Rectangle 148">
            <a:extLst>
              <a:ext uri="{FF2B5EF4-FFF2-40B4-BE49-F238E27FC236}">
                <a16:creationId xmlns:a16="http://schemas.microsoft.com/office/drawing/2014/main" id="{59790E89-9054-7AEC-B0F1-55FF82DF6AA1}"/>
              </a:ext>
            </a:extLst>
          </p:cNvPr>
          <p:cNvSpPr/>
          <p:nvPr/>
        </p:nvSpPr>
        <p:spPr>
          <a:xfrm>
            <a:off x="898739" y="4278609"/>
            <a:ext cx="273722" cy="274320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4" name="Rectangle 153">
            <a:extLst>
              <a:ext uri="{FF2B5EF4-FFF2-40B4-BE49-F238E27FC236}">
                <a16:creationId xmlns:a16="http://schemas.microsoft.com/office/drawing/2014/main" id="{797F7D3D-4CA4-5848-2799-B9513CD7539B}"/>
              </a:ext>
            </a:extLst>
          </p:cNvPr>
          <p:cNvSpPr/>
          <p:nvPr/>
        </p:nvSpPr>
        <p:spPr>
          <a:xfrm>
            <a:off x="1344044" y="4278609"/>
            <a:ext cx="273722" cy="274320"/>
          </a:xfrm>
          <a:prstGeom prst="rect">
            <a:avLst/>
          </a:prstGeom>
          <a:solidFill>
            <a:srgbClr val="FF7E79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0" name="Rectangle 159">
            <a:extLst>
              <a:ext uri="{FF2B5EF4-FFF2-40B4-BE49-F238E27FC236}">
                <a16:creationId xmlns:a16="http://schemas.microsoft.com/office/drawing/2014/main" id="{90671E56-AD60-5E82-216B-4FB157358A05}"/>
              </a:ext>
            </a:extLst>
          </p:cNvPr>
          <p:cNvSpPr/>
          <p:nvPr/>
        </p:nvSpPr>
        <p:spPr>
          <a:xfrm>
            <a:off x="1789349" y="4278609"/>
            <a:ext cx="273722" cy="274320"/>
          </a:xfrm>
          <a:prstGeom prst="rect">
            <a:avLst/>
          </a:prstGeom>
          <a:solidFill>
            <a:srgbClr val="FF7E79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6" name="Rectangle 165">
            <a:extLst>
              <a:ext uri="{FF2B5EF4-FFF2-40B4-BE49-F238E27FC236}">
                <a16:creationId xmlns:a16="http://schemas.microsoft.com/office/drawing/2014/main" id="{77A7BA0B-302E-BA2D-1B1D-24C8355D7E70}"/>
              </a:ext>
            </a:extLst>
          </p:cNvPr>
          <p:cNvSpPr/>
          <p:nvPr/>
        </p:nvSpPr>
        <p:spPr>
          <a:xfrm>
            <a:off x="2232871" y="4278609"/>
            <a:ext cx="273722" cy="27432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5" name="Rectangle 174">
            <a:extLst>
              <a:ext uri="{FF2B5EF4-FFF2-40B4-BE49-F238E27FC236}">
                <a16:creationId xmlns:a16="http://schemas.microsoft.com/office/drawing/2014/main" id="{24829572-EF72-395C-BD6D-9F02F0A6C095}"/>
              </a:ext>
            </a:extLst>
          </p:cNvPr>
          <p:cNvSpPr/>
          <p:nvPr/>
        </p:nvSpPr>
        <p:spPr>
          <a:xfrm>
            <a:off x="2673694" y="4278609"/>
            <a:ext cx="273722" cy="27432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6" name="Rectangle 175">
            <a:extLst>
              <a:ext uri="{FF2B5EF4-FFF2-40B4-BE49-F238E27FC236}">
                <a16:creationId xmlns:a16="http://schemas.microsoft.com/office/drawing/2014/main" id="{500F09F5-4BB4-9986-EF32-52761F17089A}"/>
              </a:ext>
            </a:extLst>
          </p:cNvPr>
          <p:cNvSpPr/>
          <p:nvPr/>
        </p:nvSpPr>
        <p:spPr>
          <a:xfrm>
            <a:off x="3120797" y="4274927"/>
            <a:ext cx="273722" cy="274320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2" name="Rectangle 181">
            <a:extLst>
              <a:ext uri="{FF2B5EF4-FFF2-40B4-BE49-F238E27FC236}">
                <a16:creationId xmlns:a16="http://schemas.microsoft.com/office/drawing/2014/main" id="{0AD3DAEB-8AD8-A6AB-58D2-FBEC4019B384}"/>
              </a:ext>
            </a:extLst>
          </p:cNvPr>
          <p:cNvSpPr/>
          <p:nvPr/>
        </p:nvSpPr>
        <p:spPr>
          <a:xfrm>
            <a:off x="3561620" y="4280053"/>
            <a:ext cx="273722" cy="274320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3" name="Rectangle 182">
            <a:extLst>
              <a:ext uri="{FF2B5EF4-FFF2-40B4-BE49-F238E27FC236}">
                <a16:creationId xmlns:a16="http://schemas.microsoft.com/office/drawing/2014/main" id="{01735E7A-9DD7-84F2-2C59-68FB848C5349}"/>
              </a:ext>
            </a:extLst>
          </p:cNvPr>
          <p:cNvSpPr/>
          <p:nvPr/>
        </p:nvSpPr>
        <p:spPr>
          <a:xfrm>
            <a:off x="4016974" y="4278609"/>
            <a:ext cx="273722" cy="274320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84" name="Straight Arrow Connector 183">
            <a:extLst>
              <a:ext uri="{FF2B5EF4-FFF2-40B4-BE49-F238E27FC236}">
                <a16:creationId xmlns:a16="http://schemas.microsoft.com/office/drawing/2014/main" id="{E344CDD1-317A-1AC2-F879-11563BA4EAAB}"/>
              </a:ext>
            </a:extLst>
          </p:cNvPr>
          <p:cNvCxnSpPr>
            <a:cxnSpLocks/>
            <a:stCxn id="126" idx="0"/>
            <a:endCxn id="148" idx="2"/>
          </p:cNvCxnSpPr>
          <p:nvPr/>
        </p:nvCxnSpPr>
        <p:spPr>
          <a:xfrm flipH="1" flipV="1">
            <a:off x="590295" y="4554388"/>
            <a:ext cx="5928" cy="125542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87" name="Straight Arrow Connector 186">
            <a:extLst>
              <a:ext uri="{FF2B5EF4-FFF2-40B4-BE49-F238E27FC236}">
                <a16:creationId xmlns:a16="http://schemas.microsoft.com/office/drawing/2014/main" id="{235402BD-CFC0-E138-D845-FD837D70725C}"/>
              </a:ext>
            </a:extLst>
          </p:cNvPr>
          <p:cNvCxnSpPr>
            <a:cxnSpLocks/>
            <a:stCxn id="127" idx="0"/>
            <a:endCxn id="149" idx="2"/>
          </p:cNvCxnSpPr>
          <p:nvPr/>
        </p:nvCxnSpPr>
        <p:spPr>
          <a:xfrm flipH="1" flipV="1">
            <a:off x="1035600" y="4552929"/>
            <a:ext cx="10049" cy="125688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90" name="Straight Arrow Connector 189">
            <a:extLst>
              <a:ext uri="{FF2B5EF4-FFF2-40B4-BE49-F238E27FC236}">
                <a16:creationId xmlns:a16="http://schemas.microsoft.com/office/drawing/2014/main" id="{71A326F3-9584-75FB-09E8-293DD9D18711}"/>
              </a:ext>
            </a:extLst>
          </p:cNvPr>
          <p:cNvCxnSpPr>
            <a:cxnSpLocks/>
            <a:stCxn id="128" idx="0"/>
            <a:endCxn id="154" idx="2"/>
          </p:cNvCxnSpPr>
          <p:nvPr/>
        </p:nvCxnSpPr>
        <p:spPr>
          <a:xfrm flipH="1" flipV="1">
            <a:off x="1480905" y="4552929"/>
            <a:ext cx="10049" cy="125542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93" name="Straight Arrow Connector 192">
            <a:extLst>
              <a:ext uri="{FF2B5EF4-FFF2-40B4-BE49-F238E27FC236}">
                <a16:creationId xmlns:a16="http://schemas.microsoft.com/office/drawing/2014/main" id="{D3C4F47C-15D3-750A-F43D-1803A448DBFD}"/>
              </a:ext>
            </a:extLst>
          </p:cNvPr>
          <p:cNvCxnSpPr>
            <a:cxnSpLocks/>
            <a:stCxn id="129" idx="0"/>
            <a:endCxn id="160" idx="2"/>
          </p:cNvCxnSpPr>
          <p:nvPr/>
        </p:nvCxnSpPr>
        <p:spPr>
          <a:xfrm flipH="1" flipV="1">
            <a:off x="1926210" y="4552929"/>
            <a:ext cx="10049" cy="125542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96" name="Straight Arrow Connector 195">
            <a:extLst>
              <a:ext uri="{FF2B5EF4-FFF2-40B4-BE49-F238E27FC236}">
                <a16:creationId xmlns:a16="http://schemas.microsoft.com/office/drawing/2014/main" id="{C8114443-FADD-1CFB-13E8-0DDFEDCC25F3}"/>
              </a:ext>
            </a:extLst>
          </p:cNvPr>
          <p:cNvCxnSpPr>
            <a:cxnSpLocks/>
            <a:stCxn id="130" idx="0"/>
            <a:endCxn id="166" idx="2"/>
          </p:cNvCxnSpPr>
          <p:nvPr/>
        </p:nvCxnSpPr>
        <p:spPr>
          <a:xfrm flipH="1" flipV="1">
            <a:off x="2369732" y="4552929"/>
            <a:ext cx="11832" cy="125542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05" name="Straight Arrow Connector 204">
            <a:extLst>
              <a:ext uri="{FF2B5EF4-FFF2-40B4-BE49-F238E27FC236}">
                <a16:creationId xmlns:a16="http://schemas.microsoft.com/office/drawing/2014/main" id="{D6B312FF-55C2-23AB-E2F3-1A838B2C2C11}"/>
              </a:ext>
            </a:extLst>
          </p:cNvPr>
          <p:cNvCxnSpPr>
            <a:cxnSpLocks/>
            <a:stCxn id="131" idx="0"/>
            <a:endCxn id="175" idx="2"/>
          </p:cNvCxnSpPr>
          <p:nvPr/>
        </p:nvCxnSpPr>
        <p:spPr>
          <a:xfrm flipH="1" flipV="1">
            <a:off x="2810555" y="4552929"/>
            <a:ext cx="14531" cy="125542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08" name="Straight Arrow Connector 207">
            <a:extLst>
              <a:ext uri="{FF2B5EF4-FFF2-40B4-BE49-F238E27FC236}">
                <a16:creationId xmlns:a16="http://schemas.microsoft.com/office/drawing/2014/main" id="{085C924E-77E9-E0A6-7803-7C329BF35816}"/>
              </a:ext>
            </a:extLst>
          </p:cNvPr>
          <p:cNvCxnSpPr>
            <a:cxnSpLocks/>
            <a:stCxn id="132" idx="0"/>
            <a:endCxn id="176" idx="2"/>
          </p:cNvCxnSpPr>
          <p:nvPr/>
        </p:nvCxnSpPr>
        <p:spPr>
          <a:xfrm flipH="1" flipV="1">
            <a:off x="3257658" y="4549247"/>
            <a:ext cx="8251" cy="125910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11" name="Straight Arrow Connector 210">
            <a:extLst>
              <a:ext uri="{FF2B5EF4-FFF2-40B4-BE49-F238E27FC236}">
                <a16:creationId xmlns:a16="http://schemas.microsoft.com/office/drawing/2014/main" id="{0F3BBD12-CEBA-D7F8-438D-CD4B14038ED1}"/>
              </a:ext>
            </a:extLst>
          </p:cNvPr>
          <p:cNvCxnSpPr>
            <a:cxnSpLocks/>
            <a:stCxn id="137" idx="0"/>
            <a:endCxn id="182" idx="2"/>
          </p:cNvCxnSpPr>
          <p:nvPr/>
        </p:nvCxnSpPr>
        <p:spPr>
          <a:xfrm flipH="1" flipV="1">
            <a:off x="3698481" y="4554373"/>
            <a:ext cx="14531" cy="125029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16" name="Straight Arrow Connector 215">
            <a:extLst>
              <a:ext uri="{FF2B5EF4-FFF2-40B4-BE49-F238E27FC236}">
                <a16:creationId xmlns:a16="http://schemas.microsoft.com/office/drawing/2014/main" id="{BC0F6826-A924-3C8A-8730-BCE1E5ACF6F0}"/>
              </a:ext>
            </a:extLst>
          </p:cNvPr>
          <p:cNvCxnSpPr>
            <a:cxnSpLocks/>
            <a:stCxn id="138" idx="0"/>
            <a:endCxn id="183" idx="2"/>
          </p:cNvCxnSpPr>
          <p:nvPr/>
        </p:nvCxnSpPr>
        <p:spPr>
          <a:xfrm flipV="1">
            <a:off x="4153835" y="4552929"/>
            <a:ext cx="0" cy="125686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25" name="Rounded Rectangle 124">
            <a:extLst>
              <a:ext uri="{FF2B5EF4-FFF2-40B4-BE49-F238E27FC236}">
                <a16:creationId xmlns:a16="http://schemas.microsoft.com/office/drawing/2014/main" id="{A6DC99C7-7A60-4AC3-13DD-03598D08CA73}"/>
              </a:ext>
            </a:extLst>
          </p:cNvPr>
          <p:cNvSpPr/>
          <p:nvPr/>
        </p:nvSpPr>
        <p:spPr>
          <a:xfrm>
            <a:off x="454172" y="4791711"/>
            <a:ext cx="3836524" cy="796413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LLM</a:t>
            </a:r>
          </a:p>
        </p:txBody>
      </p:sp>
      <p:graphicFrame>
        <p:nvGraphicFramePr>
          <p:cNvPr id="230" name="Table 229">
            <a:extLst>
              <a:ext uri="{FF2B5EF4-FFF2-40B4-BE49-F238E27FC236}">
                <a16:creationId xmlns:a16="http://schemas.microsoft.com/office/drawing/2014/main" id="{C4EE3CFC-EE5D-7043-6CE6-4278C395FAF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79931986"/>
              </p:ext>
            </p:extLst>
          </p:nvPr>
        </p:nvGraphicFramePr>
        <p:xfrm>
          <a:off x="4648440" y="4655562"/>
          <a:ext cx="6167988" cy="2590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85332">
                  <a:extLst>
                    <a:ext uri="{9D8B030D-6E8A-4147-A177-3AD203B41FA5}">
                      <a16:colId xmlns:a16="http://schemas.microsoft.com/office/drawing/2014/main" val="1125551485"/>
                    </a:ext>
                  </a:extLst>
                </a:gridCol>
                <a:gridCol w="685332">
                  <a:extLst>
                    <a:ext uri="{9D8B030D-6E8A-4147-A177-3AD203B41FA5}">
                      <a16:colId xmlns:a16="http://schemas.microsoft.com/office/drawing/2014/main" val="799101235"/>
                    </a:ext>
                  </a:extLst>
                </a:gridCol>
                <a:gridCol w="685332">
                  <a:extLst>
                    <a:ext uri="{9D8B030D-6E8A-4147-A177-3AD203B41FA5}">
                      <a16:colId xmlns:a16="http://schemas.microsoft.com/office/drawing/2014/main" val="1124319696"/>
                    </a:ext>
                  </a:extLst>
                </a:gridCol>
                <a:gridCol w="685332">
                  <a:extLst>
                    <a:ext uri="{9D8B030D-6E8A-4147-A177-3AD203B41FA5}">
                      <a16:colId xmlns:a16="http://schemas.microsoft.com/office/drawing/2014/main" val="4214717408"/>
                    </a:ext>
                  </a:extLst>
                </a:gridCol>
                <a:gridCol w="685332">
                  <a:extLst>
                    <a:ext uri="{9D8B030D-6E8A-4147-A177-3AD203B41FA5}">
                      <a16:colId xmlns:a16="http://schemas.microsoft.com/office/drawing/2014/main" val="2190391017"/>
                    </a:ext>
                  </a:extLst>
                </a:gridCol>
                <a:gridCol w="685332">
                  <a:extLst>
                    <a:ext uri="{9D8B030D-6E8A-4147-A177-3AD203B41FA5}">
                      <a16:colId xmlns:a16="http://schemas.microsoft.com/office/drawing/2014/main" val="818858518"/>
                    </a:ext>
                  </a:extLst>
                </a:gridCol>
                <a:gridCol w="685332">
                  <a:extLst>
                    <a:ext uri="{9D8B030D-6E8A-4147-A177-3AD203B41FA5}">
                      <a16:colId xmlns:a16="http://schemas.microsoft.com/office/drawing/2014/main" val="3855129403"/>
                    </a:ext>
                  </a:extLst>
                </a:gridCol>
                <a:gridCol w="685332">
                  <a:extLst>
                    <a:ext uri="{9D8B030D-6E8A-4147-A177-3AD203B41FA5}">
                      <a16:colId xmlns:a16="http://schemas.microsoft.com/office/drawing/2014/main" val="2510937503"/>
                    </a:ext>
                  </a:extLst>
                </a:gridCol>
                <a:gridCol w="685332">
                  <a:extLst>
                    <a:ext uri="{9D8B030D-6E8A-4147-A177-3AD203B41FA5}">
                      <a16:colId xmlns:a16="http://schemas.microsoft.com/office/drawing/2014/main" val="2406923614"/>
                    </a:ext>
                  </a:extLst>
                </a:gridCol>
              </a:tblGrid>
              <a:tr h="182880"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It</a:t>
                      </a:r>
                    </a:p>
                  </a:txBody>
                  <a:tcPr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is</a:t>
                      </a:r>
                    </a:p>
                  </a:txBody>
                  <a:tcPr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a</a:t>
                      </a:r>
                    </a:p>
                  </a:txBody>
                  <a:tcPr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strike="sngStrike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weak</a:t>
                      </a:r>
                    </a:p>
                  </a:txBody>
                  <a:tcPr>
                    <a:solidFill>
                      <a:srgbClr val="FF7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strike="sngStrike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reject</a:t>
                      </a:r>
                    </a:p>
                  </a:txBody>
                  <a:tcPr>
                    <a:solidFill>
                      <a:srgbClr val="FF7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&lt;BK&gt;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&lt;BK&gt;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strong</a:t>
                      </a:r>
                    </a:p>
                  </a:txBody>
                  <a:tcPr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accept</a:t>
                      </a:r>
                    </a:p>
                  </a:txBody>
                  <a:tcPr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23596755"/>
                  </a:ext>
                </a:extLst>
              </a:tr>
            </a:tbl>
          </a:graphicData>
        </a:graphic>
      </p:graphicFrame>
      <p:graphicFrame>
        <p:nvGraphicFramePr>
          <p:cNvPr id="233" name="Table 232">
            <a:extLst>
              <a:ext uri="{FF2B5EF4-FFF2-40B4-BE49-F238E27FC236}">
                <a16:creationId xmlns:a16="http://schemas.microsoft.com/office/drawing/2014/main" id="{98C134C8-9FF8-B74D-4485-636C2B07A07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29569737"/>
              </p:ext>
            </p:extLst>
          </p:nvPr>
        </p:nvGraphicFramePr>
        <p:xfrm>
          <a:off x="4641640" y="5499869"/>
          <a:ext cx="3426660" cy="2590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85332">
                  <a:extLst>
                    <a:ext uri="{9D8B030D-6E8A-4147-A177-3AD203B41FA5}">
                      <a16:colId xmlns:a16="http://schemas.microsoft.com/office/drawing/2014/main" val="1125551485"/>
                    </a:ext>
                  </a:extLst>
                </a:gridCol>
                <a:gridCol w="685332">
                  <a:extLst>
                    <a:ext uri="{9D8B030D-6E8A-4147-A177-3AD203B41FA5}">
                      <a16:colId xmlns:a16="http://schemas.microsoft.com/office/drawing/2014/main" val="799101235"/>
                    </a:ext>
                  </a:extLst>
                </a:gridCol>
                <a:gridCol w="685332">
                  <a:extLst>
                    <a:ext uri="{9D8B030D-6E8A-4147-A177-3AD203B41FA5}">
                      <a16:colId xmlns:a16="http://schemas.microsoft.com/office/drawing/2014/main" val="1124319696"/>
                    </a:ext>
                  </a:extLst>
                </a:gridCol>
                <a:gridCol w="685332">
                  <a:extLst>
                    <a:ext uri="{9D8B030D-6E8A-4147-A177-3AD203B41FA5}">
                      <a16:colId xmlns:a16="http://schemas.microsoft.com/office/drawing/2014/main" val="2510937503"/>
                    </a:ext>
                  </a:extLst>
                </a:gridCol>
                <a:gridCol w="685332">
                  <a:extLst>
                    <a:ext uri="{9D8B030D-6E8A-4147-A177-3AD203B41FA5}">
                      <a16:colId xmlns:a16="http://schemas.microsoft.com/office/drawing/2014/main" val="2406923614"/>
                    </a:ext>
                  </a:extLst>
                </a:gridCol>
              </a:tblGrid>
              <a:tr h="182880"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It</a:t>
                      </a:r>
                    </a:p>
                  </a:txBody>
                  <a:tcPr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is</a:t>
                      </a:r>
                    </a:p>
                  </a:txBody>
                  <a:tcPr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a</a:t>
                      </a:r>
                    </a:p>
                  </a:txBody>
                  <a:tcPr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strong</a:t>
                      </a:r>
                    </a:p>
                  </a:txBody>
                  <a:tcPr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accept</a:t>
                      </a:r>
                    </a:p>
                  </a:txBody>
                  <a:tcPr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23596755"/>
                  </a:ext>
                </a:extLst>
              </a:tr>
            </a:tbl>
          </a:graphicData>
        </a:graphic>
      </p:graphicFrame>
      <p:cxnSp>
        <p:nvCxnSpPr>
          <p:cNvPr id="241" name="Elbow Connector 240">
            <a:extLst>
              <a:ext uri="{FF2B5EF4-FFF2-40B4-BE49-F238E27FC236}">
                <a16:creationId xmlns:a16="http://schemas.microsoft.com/office/drawing/2014/main" id="{EE3AA697-86CE-CDEA-2FB5-C62C976851EA}"/>
              </a:ext>
            </a:extLst>
          </p:cNvPr>
          <p:cNvCxnSpPr>
            <a:cxnSpLocks/>
          </p:cNvCxnSpPr>
          <p:nvPr/>
        </p:nvCxnSpPr>
        <p:spPr>
          <a:xfrm rot="5400000" flipH="1">
            <a:off x="7721346" y="4274110"/>
            <a:ext cx="6987" cy="1380808"/>
          </a:xfrm>
          <a:prstGeom prst="bentConnector3">
            <a:avLst>
              <a:gd name="adj1" fmla="val -3271790"/>
            </a:avLst>
          </a:prstGeom>
          <a:ln>
            <a:solidFill>
              <a:schemeClr val="accent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4" name="Elbow Connector 243">
            <a:extLst>
              <a:ext uri="{FF2B5EF4-FFF2-40B4-BE49-F238E27FC236}">
                <a16:creationId xmlns:a16="http://schemas.microsoft.com/office/drawing/2014/main" id="{6C5512B3-AF87-E7E6-9E09-D851DE12F4DD}"/>
              </a:ext>
            </a:extLst>
          </p:cNvPr>
          <p:cNvCxnSpPr>
            <a:cxnSpLocks/>
          </p:cNvCxnSpPr>
          <p:nvPr/>
        </p:nvCxnSpPr>
        <p:spPr>
          <a:xfrm rot="5400000" flipH="1">
            <a:off x="8407194" y="4280098"/>
            <a:ext cx="6350" cy="1369469"/>
          </a:xfrm>
          <a:prstGeom prst="bentConnector3">
            <a:avLst>
              <a:gd name="adj1" fmla="val -3600000"/>
            </a:avLst>
          </a:prstGeom>
          <a:ln>
            <a:solidFill>
              <a:schemeClr val="accent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9" name="Down Arrow 278">
            <a:extLst>
              <a:ext uri="{FF2B5EF4-FFF2-40B4-BE49-F238E27FC236}">
                <a16:creationId xmlns:a16="http://schemas.microsoft.com/office/drawing/2014/main" id="{CC92CDF5-09B0-2175-5002-B0AD5A2E0F43}"/>
              </a:ext>
            </a:extLst>
          </p:cNvPr>
          <p:cNvSpPr/>
          <p:nvPr/>
        </p:nvSpPr>
        <p:spPr>
          <a:xfrm>
            <a:off x="5533540" y="5069662"/>
            <a:ext cx="194896" cy="330302"/>
          </a:xfrm>
          <a:prstGeom prst="downArrow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80" name="Picture 279">
            <a:extLst>
              <a:ext uri="{FF2B5EF4-FFF2-40B4-BE49-F238E27FC236}">
                <a16:creationId xmlns:a16="http://schemas.microsoft.com/office/drawing/2014/main" id="{F4C75BBA-296F-7D70-FAC2-23BBBA5AEB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53835" y="4278609"/>
            <a:ext cx="338555" cy="338555"/>
          </a:xfrm>
          <a:prstGeom prst="rect">
            <a:avLst/>
          </a:prstGeom>
        </p:spPr>
      </p:pic>
      <p:cxnSp>
        <p:nvCxnSpPr>
          <p:cNvPr id="282" name="Straight Connector 281">
            <a:extLst>
              <a:ext uri="{FF2B5EF4-FFF2-40B4-BE49-F238E27FC236}">
                <a16:creationId xmlns:a16="http://schemas.microsoft.com/office/drawing/2014/main" id="{D850195E-DB17-BF4E-2379-A207583150F9}"/>
              </a:ext>
            </a:extLst>
          </p:cNvPr>
          <p:cNvCxnSpPr>
            <a:cxnSpLocks/>
          </p:cNvCxnSpPr>
          <p:nvPr/>
        </p:nvCxnSpPr>
        <p:spPr>
          <a:xfrm>
            <a:off x="4383314" y="4498608"/>
            <a:ext cx="295124" cy="184668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4" name="Straight Connector 283">
            <a:extLst>
              <a:ext uri="{FF2B5EF4-FFF2-40B4-BE49-F238E27FC236}">
                <a16:creationId xmlns:a16="http://schemas.microsoft.com/office/drawing/2014/main" id="{ABB4A41E-604C-B0AE-A032-95C82F94B67C}"/>
              </a:ext>
            </a:extLst>
          </p:cNvPr>
          <p:cNvCxnSpPr>
            <a:cxnSpLocks/>
            <a:stCxn id="280" idx="0"/>
          </p:cNvCxnSpPr>
          <p:nvPr/>
        </p:nvCxnSpPr>
        <p:spPr>
          <a:xfrm>
            <a:off x="4323113" y="4278609"/>
            <a:ext cx="6466099" cy="378975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0" name="TextBox 289">
            <a:extLst>
              <a:ext uri="{FF2B5EF4-FFF2-40B4-BE49-F238E27FC236}">
                <a16:creationId xmlns:a16="http://schemas.microsoft.com/office/drawing/2014/main" id="{1666043D-6D0D-AC1B-BD96-0BD3E00776A9}"/>
              </a:ext>
            </a:extLst>
          </p:cNvPr>
          <p:cNvSpPr txBox="1"/>
          <p:nvPr/>
        </p:nvSpPr>
        <p:spPr>
          <a:xfrm>
            <a:off x="8224843" y="5226762"/>
            <a:ext cx="234224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Non-Monotonic Generation</a:t>
            </a:r>
          </a:p>
        </p:txBody>
      </p:sp>
    </p:spTree>
    <p:extLst>
      <p:ext uri="{BB962C8B-B14F-4D97-AF65-F5344CB8AC3E}">
        <p14:creationId xmlns:p14="http://schemas.microsoft.com/office/powerpoint/2010/main" val="36579043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BB4DAACA-F1CE-7F8B-DEF6-9508B16F0E6E}"/>
              </a:ext>
            </a:extLst>
          </p:cNvPr>
          <p:cNvSpPr/>
          <p:nvPr/>
        </p:nvSpPr>
        <p:spPr>
          <a:xfrm>
            <a:off x="5600836" y="1043354"/>
            <a:ext cx="5006959" cy="2268854"/>
          </a:xfrm>
          <a:prstGeom prst="roundRect">
            <a:avLst>
              <a:gd name="adj" fmla="val 7862"/>
            </a:avLst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6A0E417-2EAC-F14D-8B69-882752DD2B3E}"/>
              </a:ext>
            </a:extLst>
          </p:cNvPr>
          <p:cNvSpPr/>
          <p:nvPr/>
        </p:nvSpPr>
        <p:spPr>
          <a:xfrm>
            <a:off x="6788671" y="1665747"/>
            <a:ext cx="273722" cy="274320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8CA88B0-1174-82B0-AA4B-3C6F3AA728C8}"/>
              </a:ext>
            </a:extLst>
          </p:cNvPr>
          <p:cNvSpPr/>
          <p:nvPr/>
        </p:nvSpPr>
        <p:spPr>
          <a:xfrm>
            <a:off x="7065311" y="1665747"/>
            <a:ext cx="273722" cy="274320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A32DD7E-C9C6-4D81-7F62-0A4F2B9A994A}"/>
              </a:ext>
            </a:extLst>
          </p:cNvPr>
          <p:cNvSpPr/>
          <p:nvPr/>
        </p:nvSpPr>
        <p:spPr>
          <a:xfrm>
            <a:off x="7339033" y="1665747"/>
            <a:ext cx="273722" cy="274320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A0A3160-038A-AF4B-7CAC-F36CFAC2F770}"/>
              </a:ext>
            </a:extLst>
          </p:cNvPr>
          <p:cNvSpPr/>
          <p:nvPr/>
        </p:nvSpPr>
        <p:spPr>
          <a:xfrm>
            <a:off x="7612755" y="1665747"/>
            <a:ext cx="273722" cy="274320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EAD0AB3-159A-2FBF-ED68-3DC9AF807BBD}"/>
              </a:ext>
            </a:extLst>
          </p:cNvPr>
          <p:cNvSpPr/>
          <p:nvPr/>
        </p:nvSpPr>
        <p:spPr>
          <a:xfrm>
            <a:off x="6788671" y="2309280"/>
            <a:ext cx="273722" cy="274320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3A75499-E8D9-EB01-6486-ABF146D35BE4}"/>
              </a:ext>
            </a:extLst>
          </p:cNvPr>
          <p:cNvSpPr/>
          <p:nvPr/>
        </p:nvSpPr>
        <p:spPr>
          <a:xfrm>
            <a:off x="7065311" y="2309280"/>
            <a:ext cx="273722" cy="274320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6AC6818-F5FA-1CF0-59BE-B666AB22C510}"/>
              </a:ext>
            </a:extLst>
          </p:cNvPr>
          <p:cNvSpPr/>
          <p:nvPr/>
        </p:nvSpPr>
        <p:spPr>
          <a:xfrm>
            <a:off x="7339033" y="2309280"/>
            <a:ext cx="273722" cy="274320"/>
          </a:xfrm>
          <a:prstGeom prst="rect">
            <a:avLst/>
          </a:prstGeom>
          <a:solidFill>
            <a:srgbClr val="FF7E79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3D7A15D-90BF-1992-62AD-8D64B28775FC}"/>
              </a:ext>
            </a:extLst>
          </p:cNvPr>
          <p:cNvSpPr/>
          <p:nvPr/>
        </p:nvSpPr>
        <p:spPr>
          <a:xfrm>
            <a:off x="8567472" y="1978283"/>
            <a:ext cx="273722" cy="274320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65EAD08-1A2F-E4DE-DD55-F31BC1DFD783}"/>
              </a:ext>
            </a:extLst>
          </p:cNvPr>
          <p:cNvSpPr/>
          <p:nvPr/>
        </p:nvSpPr>
        <p:spPr>
          <a:xfrm>
            <a:off x="8844112" y="1978283"/>
            <a:ext cx="273722" cy="274320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5F31B6B-8D35-1080-EBDA-F06FDD451A50}"/>
              </a:ext>
            </a:extLst>
          </p:cNvPr>
          <p:cNvSpPr/>
          <p:nvPr/>
        </p:nvSpPr>
        <p:spPr>
          <a:xfrm>
            <a:off x="9117834" y="1978283"/>
            <a:ext cx="273722" cy="274320"/>
          </a:xfrm>
          <a:prstGeom prst="rect">
            <a:avLst/>
          </a:prstGeom>
          <a:solidFill>
            <a:srgbClr val="FF7E79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26D1ECC-7F7F-0BEA-EE8D-FE4E683D120C}"/>
              </a:ext>
            </a:extLst>
          </p:cNvPr>
          <p:cNvSpPr/>
          <p:nvPr/>
        </p:nvSpPr>
        <p:spPr>
          <a:xfrm>
            <a:off x="9391556" y="1978283"/>
            <a:ext cx="273722" cy="27432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C166FB8D-E932-7EAF-486C-896353848B84}"/>
              </a:ext>
            </a:extLst>
          </p:cNvPr>
          <p:cNvCxnSpPr>
            <a:stCxn id="5" idx="2"/>
            <a:endCxn id="9" idx="0"/>
          </p:cNvCxnSpPr>
          <p:nvPr/>
        </p:nvCxnSpPr>
        <p:spPr>
          <a:xfrm>
            <a:off x="6925532" y="1940067"/>
            <a:ext cx="0" cy="369213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prstDash val="sysDash"/>
            <a:headEnd type="arrow" w="sm" len="sm"/>
            <a:tailEnd type="arrow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01260126-BEC5-EA31-D4F2-7307635CF983}"/>
              </a:ext>
            </a:extLst>
          </p:cNvPr>
          <p:cNvCxnSpPr>
            <a:cxnSpLocks/>
            <a:stCxn id="6" idx="2"/>
            <a:endCxn id="10" idx="0"/>
          </p:cNvCxnSpPr>
          <p:nvPr/>
        </p:nvCxnSpPr>
        <p:spPr>
          <a:xfrm>
            <a:off x="7202172" y="1940067"/>
            <a:ext cx="0" cy="369213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prstDash val="sysDash"/>
            <a:headEnd type="arrow" w="sm" len="sm"/>
            <a:tailEnd type="arrow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ectangle 19">
            <a:extLst>
              <a:ext uri="{FF2B5EF4-FFF2-40B4-BE49-F238E27FC236}">
                <a16:creationId xmlns:a16="http://schemas.microsoft.com/office/drawing/2014/main" id="{39D07350-F0FA-7EAA-825B-8B606A711963}"/>
              </a:ext>
            </a:extLst>
          </p:cNvPr>
          <p:cNvSpPr/>
          <p:nvPr/>
        </p:nvSpPr>
        <p:spPr>
          <a:xfrm>
            <a:off x="9666738" y="1978283"/>
            <a:ext cx="273722" cy="274320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9734AA45-92D9-3FA2-B55A-67D951152E93}"/>
              </a:ext>
            </a:extLst>
          </p:cNvPr>
          <p:cNvSpPr/>
          <p:nvPr/>
        </p:nvSpPr>
        <p:spPr>
          <a:xfrm>
            <a:off x="9940460" y="1978283"/>
            <a:ext cx="273722" cy="274320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ounded Rectangle 21">
            <a:extLst>
              <a:ext uri="{FF2B5EF4-FFF2-40B4-BE49-F238E27FC236}">
                <a16:creationId xmlns:a16="http://schemas.microsoft.com/office/drawing/2014/main" id="{88D60B5D-FCB9-E7B4-5214-3DD3024CE823}"/>
              </a:ext>
            </a:extLst>
          </p:cNvPr>
          <p:cNvSpPr/>
          <p:nvPr/>
        </p:nvSpPr>
        <p:spPr>
          <a:xfrm>
            <a:off x="6747261" y="2264714"/>
            <a:ext cx="630264" cy="371959"/>
          </a:xfrm>
          <a:prstGeom prst="roundRect">
            <a:avLst/>
          </a:prstGeom>
          <a:noFill/>
          <a:ln w="12700">
            <a:solidFill>
              <a:schemeClr val="tx1">
                <a:lumMod val="50000"/>
                <a:lumOff val="50000"/>
              </a:schemeClr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ounded Rectangle 22">
            <a:extLst>
              <a:ext uri="{FF2B5EF4-FFF2-40B4-BE49-F238E27FC236}">
                <a16:creationId xmlns:a16="http://schemas.microsoft.com/office/drawing/2014/main" id="{9C914F15-A726-3C67-7FC9-61BB9C953B62}"/>
              </a:ext>
            </a:extLst>
          </p:cNvPr>
          <p:cNvSpPr/>
          <p:nvPr/>
        </p:nvSpPr>
        <p:spPr>
          <a:xfrm>
            <a:off x="7297623" y="1616340"/>
            <a:ext cx="630264" cy="371959"/>
          </a:xfrm>
          <a:prstGeom prst="roundRect">
            <a:avLst/>
          </a:prstGeom>
          <a:noFill/>
          <a:ln w="12700">
            <a:solidFill>
              <a:schemeClr val="tx1">
                <a:lumMod val="50000"/>
                <a:lumOff val="50000"/>
              </a:schemeClr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ounded Rectangle 25">
            <a:extLst>
              <a:ext uri="{FF2B5EF4-FFF2-40B4-BE49-F238E27FC236}">
                <a16:creationId xmlns:a16="http://schemas.microsoft.com/office/drawing/2014/main" id="{7952A331-30F7-D5D2-F128-A221D8E93D14}"/>
              </a:ext>
            </a:extLst>
          </p:cNvPr>
          <p:cNvSpPr/>
          <p:nvPr/>
        </p:nvSpPr>
        <p:spPr>
          <a:xfrm>
            <a:off x="8524600" y="1933717"/>
            <a:ext cx="630264" cy="371959"/>
          </a:xfrm>
          <a:prstGeom prst="roundRect">
            <a:avLst/>
          </a:prstGeom>
          <a:noFill/>
          <a:ln w="12700">
            <a:solidFill>
              <a:schemeClr val="tx1">
                <a:lumMod val="50000"/>
                <a:lumOff val="50000"/>
              </a:schemeClr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ounded Rectangle 26">
            <a:extLst>
              <a:ext uri="{FF2B5EF4-FFF2-40B4-BE49-F238E27FC236}">
                <a16:creationId xmlns:a16="http://schemas.microsoft.com/office/drawing/2014/main" id="{CA4B0224-523B-4E6D-E46E-83E8BBAB771F}"/>
              </a:ext>
            </a:extLst>
          </p:cNvPr>
          <p:cNvSpPr/>
          <p:nvPr/>
        </p:nvSpPr>
        <p:spPr>
          <a:xfrm>
            <a:off x="9625328" y="1937458"/>
            <a:ext cx="630264" cy="371959"/>
          </a:xfrm>
          <a:prstGeom prst="roundRect">
            <a:avLst/>
          </a:prstGeom>
          <a:noFill/>
          <a:ln w="12700">
            <a:solidFill>
              <a:schemeClr val="tx1">
                <a:lumMod val="50000"/>
                <a:lumOff val="50000"/>
              </a:schemeClr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ACF64920-E42F-3CA1-08A9-71C6FAA5B7FF}"/>
              </a:ext>
            </a:extLst>
          </p:cNvPr>
          <p:cNvSpPr/>
          <p:nvPr/>
        </p:nvSpPr>
        <p:spPr>
          <a:xfrm>
            <a:off x="6018528" y="2846631"/>
            <a:ext cx="273722" cy="274320"/>
          </a:xfrm>
          <a:prstGeom prst="rect">
            <a:avLst/>
          </a:prstGeom>
          <a:solidFill>
            <a:srgbClr val="FF7E79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731BDAA9-9EE4-E9FF-6990-0F37F45B86BD}"/>
              </a:ext>
            </a:extLst>
          </p:cNvPr>
          <p:cNvSpPr txBox="1"/>
          <p:nvPr/>
        </p:nvSpPr>
        <p:spPr>
          <a:xfrm>
            <a:off x="6292250" y="2837897"/>
            <a:ext cx="104887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Times New Roman" panose="020206030504050203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Error Token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47556E0B-C07C-9F8D-0872-40F1C62B050E}"/>
              </a:ext>
            </a:extLst>
          </p:cNvPr>
          <p:cNvSpPr/>
          <p:nvPr/>
        </p:nvSpPr>
        <p:spPr>
          <a:xfrm>
            <a:off x="7471123" y="2845330"/>
            <a:ext cx="273722" cy="27432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095472D9-38E6-0812-6ABC-A81B6BAB01C1}"/>
              </a:ext>
            </a:extLst>
          </p:cNvPr>
          <p:cNvSpPr txBox="1"/>
          <p:nvPr/>
        </p:nvSpPr>
        <p:spPr>
          <a:xfrm>
            <a:off x="7744845" y="2836596"/>
            <a:ext cx="140153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Times New Roman" panose="020206030504050203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Backtrack Token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7EF3275F-B203-85B9-2017-229D23EECFBD}"/>
              </a:ext>
            </a:extLst>
          </p:cNvPr>
          <p:cNvSpPr txBox="1"/>
          <p:nvPr/>
        </p:nvSpPr>
        <p:spPr>
          <a:xfrm>
            <a:off x="5773274" y="1657013"/>
            <a:ext cx="91403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i="1" dirty="0">
                <a:latin typeface="Times New Roman" panose="020206030504050203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Reference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A8FDA1AF-B107-8C08-24FC-7C10679CC4E5}"/>
              </a:ext>
            </a:extLst>
          </p:cNvPr>
          <p:cNvSpPr txBox="1"/>
          <p:nvPr/>
        </p:nvSpPr>
        <p:spPr>
          <a:xfrm>
            <a:off x="5773274" y="2290768"/>
            <a:ext cx="94448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i="1" dirty="0">
                <a:latin typeface="Times New Roman" panose="020206030504050203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Generated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48BF018F-ED7B-DE51-616A-0B079845F11D}"/>
              </a:ext>
            </a:extLst>
          </p:cNvPr>
          <p:cNvSpPr txBox="1"/>
          <p:nvPr/>
        </p:nvSpPr>
        <p:spPr>
          <a:xfrm>
            <a:off x="8880037" y="2465192"/>
            <a:ext cx="102303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i="1" dirty="0">
                <a:latin typeface="Times New Roman" panose="020206030504050203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Augmented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94177F6D-6B3F-F324-B478-9A94604FB042}"/>
              </a:ext>
            </a:extLst>
          </p:cNvPr>
          <p:cNvSpPr txBox="1"/>
          <p:nvPr/>
        </p:nvSpPr>
        <p:spPr>
          <a:xfrm>
            <a:off x="6129817" y="1120884"/>
            <a:ext cx="384514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(b.1) Sequence Alignment Augmentation</a:t>
            </a:r>
          </a:p>
        </p:txBody>
      </p:sp>
      <p:sp>
        <p:nvSpPr>
          <p:cNvPr id="38" name="Rounded Rectangle 37">
            <a:extLst>
              <a:ext uri="{FF2B5EF4-FFF2-40B4-BE49-F238E27FC236}">
                <a16:creationId xmlns:a16="http://schemas.microsoft.com/office/drawing/2014/main" id="{167C20F4-707F-4112-3EDE-4119F4232180}"/>
              </a:ext>
            </a:extLst>
          </p:cNvPr>
          <p:cNvSpPr/>
          <p:nvPr/>
        </p:nvSpPr>
        <p:spPr>
          <a:xfrm>
            <a:off x="5600837" y="3458047"/>
            <a:ext cx="2532107" cy="2843201"/>
          </a:xfrm>
          <a:prstGeom prst="roundRect">
            <a:avLst>
              <a:gd name="adj" fmla="val 7862"/>
            </a:avLst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13887200-F3F2-C134-67C9-74C2D72F83B8}"/>
              </a:ext>
            </a:extLst>
          </p:cNvPr>
          <p:cNvSpPr/>
          <p:nvPr/>
        </p:nvSpPr>
        <p:spPr>
          <a:xfrm>
            <a:off x="6294495" y="5844827"/>
            <a:ext cx="273722" cy="274320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D290989F-95A5-4D0E-9F31-FC952EED4C42}"/>
              </a:ext>
            </a:extLst>
          </p:cNvPr>
          <p:cNvSpPr txBox="1"/>
          <p:nvPr/>
        </p:nvSpPr>
        <p:spPr>
          <a:xfrm>
            <a:off x="6568217" y="5836093"/>
            <a:ext cx="124284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latin typeface="Times New Roman" panose="020206030504050203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Masked Token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76EDB8B6-04AC-C407-6369-3F7688F98D0F}"/>
              </a:ext>
            </a:extLst>
          </p:cNvPr>
          <p:cNvSpPr txBox="1"/>
          <p:nvPr/>
        </p:nvSpPr>
        <p:spPr>
          <a:xfrm>
            <a:off x="5600836" y="3548002"/>
            <a:ext cx="253210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(b.2) Masked SFT</a:t>
            </a:r>
          </a:p>
        </p:txBody>
      </p:sp>
      <p:grpSp>
        <p:nvGrpSpPr>
          <p:cNvPr id="42" name="Group 41">
            <a:extLst>
              <a:ext uri="{FF2B5EF4-FFF2-40B4-BE49-F238E27FC236}">
                <a16:creationId xmlns:a16="http://schemas.microsoft.com/office/drawing/2014/main" id="{71719A3C-2114-B339-49A0-497D8EAA19BB}"/>
              </a:ext>
            </a:extLst>
          </p:cNvPr>
          <p:cNvGrpSpPr/>
          <p:nvPr/>
        </p:nvGrpSpPr>
        <p:grpSpPr>
          <a:xfrm>
            <a:off x="5783081" y="3993929"/>
            <a:ext cx="2046932" cy="1708296"/>
            <a:chOff x="4684574" y="1309195"/>
            <a:chExt cx="2046932" cy="1708296"/>
          </a:xfrm>
        </p:grpSpPr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68156B8B-B33A-D1E3-2231-056C726CA639}"/>
                </a:ext>
              </a:extLst>
            </p:cNvPr>
            <p:cNvSpPr txBox="1"/>
            <p:nvPr/>
          </p:nvSpPr>
          <p:spPr>
            <a:xfrm>
              <a:off x="4687492" y="1309195"/>
              <a:ext cx="346735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i="1" dirty="0">
                  <a:latin typeface="Times New Roman" panose="02020603050405020304" pitchFamily="18" charset="0"/>
                  <a:ea typeface="Cambria Math" panose="02040503050406030204" pitchFamily="18" charset="0"/>
                  <a:cs typeface="Times New Roman" panose="02020603050405020304" pitchFamily="18" charset="0"/>
                </a:rPr>
                <a:t>t</a:t>
              </a:r>
              <a:r>
                <a:rPr lang="en-US" altLang="zh-CN" sz="1400" i="1" baseline="-25000" dirty="0">
                  <a:latin typeface="Times New Roman" panose="02020603050405020304" pitchFamily="18" charset="0"/>
                  <a:ea typeface="Cambria Math" panose="02040503050406030204" pitchFamily="18" charset="0"/>
                  <a:cs typeface="Times New Roman" panose="02020603050405020304" pitchFamily="18" charset="0"/>
                </a:rPr>
                <a:t>0</a:t>
              </a:r>
            </a:p>
          </p:txBody>
        </p:sp>
        <p:sp>
          <p:nvSpPr>
            <p:cNvPr id="44" name="Rectangle 43">
              <a:extLst>
                <a:ext uri="{FF2B5EF4-FFF2-40B4-BE49-F238E27FC236}">
                  <a16:creationId xmlns:a16="http://schemas.microsoft.com/office/drawing/2014/main" id="{9B036C93-A779-6767-44CB-5F6B17C06E1A}"/>
                </a:ext>
              </a:extLst>
            </p:cNvPr>
            <p:cNvSpPr/>
            <p:nvPr/>
          </p:nvSpPr>
          <p:spPr>
            <a:xfrm>
              <a:off x="5084796" y="1347554"/>
              <a:ext cx="273722" cy="273350"/>
            </a:xfrm>
            <a:prstGeom prst="rect">
              <a:avLst/>
            </a:prstGeom>
            <a:solidFill>
              <a:schemeClr val="tx2">
                <a:lumMod val="25000"/>
                <a:lumOff val="7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5" name="Rectangle 44">
              <a:extLst>
                <a:ext uri="{FF2B5EF4-FFF2-40B4-BE49-F238E27FC236}">
                  <a16:creationId xmlns:a16="http://schemas.microsoft.com/office/drawing/2014/main" id="{609E5C15-B4BB-C135-74AE-00C01543A82F}"/>
                </a:ext>
              </a:extLst>
            </p:cNvPr>
            <p:cNvSpPr/>
            <p:nvPr/>
          </p:nvSpPr>
          <p:spPr>
            <a:xfrm>
              <a:off x="5361436" y="1347554"/>
              <a:ext cx="273722" cy="273350"/>
            </a:xfrm>
            <a:prstGeom prst="rect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6" name="Rectangle 45">
              <a:extLst>
                <a:ext uri="{FF2B5EF4-FFF2-40B4-BE49-F238E27FC236}">
                  <a16:creationId xmlns:a16="http://schemas.microsoft.com/office/drawing/2014/main" id="{F5A562FB-2179-8D1F-5347-4A4EBB66576E}"/>
                </a:ext>
              </a:extLst>
            </p:cNvPr>
            <p:cNvSpPr/>
            <p:nvPr/>
          </p:nvSpPr>
          <p:spPr>
            <a:xfrm>
              <a:off x="5635158" y="1347554"/>
              <a:ext cx="273722" cy="273350"/>
            </a:xfrm>
            <a:prstGeom prst="rect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7" name="Rectangle 46">
              <a:extLst>
                <a:ext uri="{FF2B5EF4-FFF2-40B4-BE49-F238E27FC236}">
                  <a16:creationId xmlns:a16="http://schemas.microsoft.com/office/drawing/2014/main" id="{5F3A3D1B-D4F5-CA80-8D10-DA35B6822615}"/>
                </a:ext>
              </a:extLst>
            </p:cNvPr>
            <p:cNvSpPr/>
            <p:nvPr/>
          </p:nvSpPr>
          <p:spPr>
            <a:xfrm>
              <a:off x="5908880" y="1347554"/>
              <a:ext cx="273722" cy="273350"/>
            </a:xfrm>
            <a:prstGeom prst="rect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8" name="Rectangle 47">
              <a:extLst>
                <a:ext uri="{FF2B5EF4-FFF2-40B4-BE49-F238E27FC236}">
                  <a16:creationId xmlns:a16="http://schemas.microsoft.com/office/drawing/2014/main" id="{9225DF98-921A-57EC-115F-6F8878C07E44}"/>
                </a:ext>
              </a:extLst>
            </p:cNvPr>
            <p:cNvSpPr/>
            <p:nvPr/>
          </p:nvSpPr>
          <p:spPr>
            <a:xfrm>
              <a:off x="6184062" y="1347554"/>
              <a:ext cx="273722" cy="273350"/>
            </a:xfrm>
            <a:prstGeom prst="rect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" name="Rectangle 48">
              <a:extLst>
                <a:ext uri="{FF2B5EF4-FFF2-40B4-BE49-F238E27FC236}">
                  <a16:creationId xmlns:a16="http://schemas.microsoft.com/office/drawing/2014/main" id="{C5F1F284-017B-5DA8-9B6C-6F80C52E2ABF}"/>
                </a:ext>
              </a:extLst>
            </p:cNvPr>
            <p:cNvSpPr/>
            <p:nvPr/>
          </p:nvSpPr>
          <p:spPr>
            <a:xfrm>
              <a:off x="6457784" y="1347554"/>
              <a:ext cx="273722" cy="273350"/>
            </a:xfrm>
            <a:prstGeom prst="rect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0" name="Rectangle 49">
              <a:extLst>
                <a:ext uri="{FF2B5EF4-FFF2-40B4-BE49-F238E27FC236}">
                  <a16:creationId xmlns:a16="http://schemas.microsoft.com/office/drawing/2014/main" id="{24267B28-5C9B-0962-E0F9-3787A38C398D}"/>
                </a:ext>
              </a:extLst>
            </p:cNvPr>
            <p:cNvSpPr/>
            <p:nvPr/>
          </p:nvSpPr>
          <p:spPr>
            <a:xfrm>
              <a:off x="5083337" y="1622287"/>
              <a:ext cx="273722" cy="273350"/>
            </a:xfrm>
            <a:prstGeom prst="rect">
              <a:avLst/>
            </a:prstGeom>
            <a:solidFill>
              <a:schemeClr val="tx2">
                <a:lumMod val="25000"/>
                <a:lumOff val="7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" name="Rectangle 50">
              <a:extLst>
                <a:ext uri="{FF2B5EF4-FFF2-40B4-BE49-F238E27FC236}">
                  <a16:creationId xmlns:a16="http://schemas.microsoft.com/office/drawing/2014/main" id="{68048FAB-BA81-51D9-1DBA-36CE680B4526}"/>
                </a:ext>
              </a:extLst>
            </p:cNvPr>
            <p:cNvSpPr/>
            <p:nvPr/>
          </p:nvSpPr>
          <p:spPr>
            <a:xfrm>
              <a:off x="5359977" y="1622287"/>
              <a:ext cx="273722" cy="273350"/>
            </a:xfrm>
            <a:prstGeom prst="rect">
              <a:avLst/>
            </a:prstGeom>
            <a:solidFill>
              <a:schemeClr val="tx2">
                <a:lumMod val="25000"/>
                <a:lumOff val="7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" name="Rectangle 51">
              <a:extLst>
                <a:ext uri="{FF2B5EF4-FFF2-40B4-BE49-F238E27FC236}">
                  <a16:creationId xmlns:a16="http://schemas.microsoft.com/office/drawing/2014/main" id="{4A754ED7-381C-1BE2-2A02-02050E36A256}"/>
                </a:ext>
              </a:extLst>
            </p:cNvPr>
            <p:cNvSpPr/>
            <p:nvPr/>
          </p:nvSpPr>
          <p:spPr>
            <a:xfrm>
              <a:off x="5633699" y="1622287"/>
              <a:ext cx="273722" cy="273350"/>
            </a:xfrm>
            <a:prstGeom prst="rect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3" name="Rectangle 52">
              <a:extLst>
                <a:ext uri="{FF2B5EF4-FFF2-40B4-BE49-F238E27FC236}">
                  <a16:creationId xmlns:a16="http://schemas.microsoft.com/office/drawing/2014/main" id="{9494DBBD-C486-8E31-B3AE-FD22138D3F97}"/>
                </a:ext>
              </a:extLst>
            </p:cNvPr>
            <p:cNvSpPr/>
            <p:nvPr/>
          </p:nvSpPr>
          <p:spPr>
            <a:xfrm>
              <a:off x="5907421" y="1622287"/>
              <a:ext cx="273722" cy="273350"/>
            </a:xfrm>
            <a:prstGeom prst="rect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" name="Rectangle 53">
              <a:extLst>
                <a:ext uri="{FF2B5EF4-FFF2-40B4-BE49-F238E27FC236}">
                  <a16:creationId xmlns:a16="http://schemas.microsoft.com/office/drawing/2014/main" id="{F9772264-34F4-4E22-26AB-BFD4BAF4686B}"/>
                </a:ext>
              </a:extLst>
            </p:cNvPr>
            <p:cNvSpPr/>
            <p:nvPr/>
          </p:nvSpPr>
          <p:spPr>
            <a:xfrm>
              <a:off x="6182603" y="1622287"/>
              <a:ext cx="273722" cy="273350"/>
            </a:xfrm>
            <a:prstGeom prst="rect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5" name="Rectangle 54">
              <a:extLst>
                <a:ext uri="{FF2B5EF4-FFF2-40B4-BE49-F238E27FC236}">
                  <a16:creationId xmlns:a16="http://schemas.microsoft.com/office/drawing/2014/main" id="{836786FD-5949-7A1A-A673-E6C5B97A5040}"/>
                </a:ext>
              </a:extLst>
            </p:cNvPr>
            <p:cNvSpPr/>
            <p:nvPr/>
          </p:nvSpPr>
          <p:spPr>
            <a:xfrm>
              <a:off x="6456325" y="1622287"/>
              <a:ext cx="273722" cy="273350"/>
            </a:xfrm>
            <a:prstGeom prst="rect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6" name="Rectangle 55">
              <a:extLst>
                <a:ext uri="{FF2B5EF4-FFF2-40B4-BE49-F238E27FC236}">
                  <a16:creationId xmlns:a16="http://schemas.microsoft.com/office/drawing/2014/main" id="{96DDAE2A-2356-9631-96C1-04F1C14BFBB2}"/>
                </a:ext>
              </a:extLst>
            </p:cNvPr>
            <p:cNvSpPr/>
            <p:nvPr/>
          </p:nvSpPr>
          <p:spPr>
            <a:xfrm>
              <a:off x="5084067" y="1894356"/>
              <a:ext cx="273722" cy="273350"/>
            </a:xfrm>
            <a:prstGeom prst="rect">
              <a:avLst/>
            </a:prstGeom>
            <a:solidFill>
              <a:schemeClr val="tx2">
                <a:lumMod val="25000"/>
                <a:lumOff val="7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7" name="Rectangle 56">
              <a:extLst>
                <a:ext uri="{FF2B5EF4-FFF2-40B4-BE49-F238E27FC236}">
                  <a16:creationId xmlns:a16="http://schemas.microsoft.com/office/drawing/2014/main" id="{C308C41D-A4D6-C45A-AFF9-2D8AB273ADBC}"/>
                </a:ext>
              </a:extLst>
            </p:cNvPr>
            <p:cNvSpPr/>
            <p:nvPr/>
          </p:nvSpPr>
          <p:spPr>
            <a:xfrm>
              <a:off x="5360707" y="1894356"/>
              <a:ext cx="273722" cy="273350"/>
            </a:xfrm>
            <a:prstGeom prst="rect">
              <a:avLst/>
            </a:prstGeom>
            <a:solidFill>
              <a:schemeClr val="tx2">
                <a:lumMod val="25000"/>
                <a:lumOff val="7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8" name="Rectangle 57">
              <a:extLst>
                <a:ext uri="{FF2B5EF4-FFF2-40B4-BE49-F238E27FC236}">
                  <a16:creationId xmlns:a16="http://schemas.microsoft.com/office/drawing/2014/main" id="{EC195A4C-34BD-9656-0904-87522FB4F572}"/>
                </a:ext>
              </a:extLst>
            </p:cNvPr>
            <p:cNvSpPr/>
            <p:nvPr/>
          </p:nvSpPr>
          <p:spPr>
            <a:xfrm>
              <a:off x="5634429" y="1894356"/>
              <a:ext cx="273722" cy="273350"/>
            </a:xfrm>
            <a:prstGeom prst="rect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9" name="Rectangle 58">
              <a:extLst>
                <a:ext uri="{FF2B5EF4-FFF2-40B4-BE49-F238E27FC236}">
                  <a16:creationId xmlns:a16="http://schemas.microsoft.com/office/drawing/2014/main" id="{EBB3ACD2-CE4A-A48F-C624-6F6CA7108814}"/>
                </a:ext>
              </a:extLst>
            </p:cNvPr>
            <p:cNvSpPr/>
            <p:nvPr/>
          </p:nvSpPr>
          <p:spPr>
            <a:xfrm>
              <a:off x="5908151" y="1894356"/>
              <a:ext cx="273722" cy="273350"/>
            </a:xfrm>
            <a:prstGeom prst="rect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0" name="Rectangle 59">
              <a:extLst>
                <a:ext uri="{FF2B5EF4-FFF2-40B4-BE49-F238E27FC236}">
                  <a16:creationId xmlns:a16="http://schemas.microsoft.com/office/drawing/2014/main" id="{1118888F-638F-9161-0B7C-B1B5869DFDA7}"/>
                </a:ext>
              </a:extLst>
            </p:cNvPr>
            <p:cNvSpPr/>
            <p:nvPr/>
          </p:nvSpPr>
          <p:spPr>
            <a:xfrm>
              <a:off x="6183333" y="1894356"/>
              <a:ext cx="273722" cy="273350"/>
            </a:xfrm>
            <a:prstGeom prst="rect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1" name="Rectangle 60">
              <a:extLst>
                <a:ext uri="{FF2B5EF4-FFF2-40B4-BE49-F238E27FC236}">
                  <a16:creationId xmlns:a16="http://schemas.microsoft.com/office/drawing/2014/main" id="{C08C9422-3268-45BB-F695-5C266A091DFC}"/>
                </a:ext>
              </a:extLst>
            </p:cNvPr>
            <p:cNvSpPr/>
            <p:nvPr/>
          </p:nvSpPr>
          <p:spPr>
            <a:xfrm>
              <a:off x="6457055" y="1894356"/>
              <a:ext cx="273722" cy="273350"/>
            </a:xfrm>
            <a:prstGeom prst="rect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2" name="Rectangle 61">
              <a:extLst>
                <a:ext uri="{FF2B5EF4-FFF2-40B4-BE49-F238E27FC236}">
                  <a16:creationId xmlns:a16="http://schemas.microsoft.com/office/drawing/2014/main" id="{C6CE8ECD-59E4-9EC2-01AE-4FD9D48C5806}"/>
                </a:ext>
              </a:extLst>
            </p:cNvPr>
            <p:cNvSpPr/>
            <p:nvPr/>
          </p:nvSpPr>
          <p:spPr>
            <a:xfrm>
              <a:off x="5082608" y="2169089"/>
              <a:ext cx="273722" cy="273350"/>
            </a:xfrm>
            <a:prstGeom prst="rect">
              <a:avLst/>
            </a:prstGeom>
            <a:solidFill>
              <a:schemeClr val="tx2">
                <a:lumMod val="25000"/>
                <a:lumOff val="7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3" name="Rectangle 62">
              <a:extLst>
                <a:ext uri="{FF2B5EF4-FFF2-40B4-BE49-F238E27FC236}">
                  <a16:creationId xmlns:a16="http://schemas.microsoft.com/office/drawing/2014/main" id="{55D9BBC3-BD98-B6FA-F489-AB06C44A522C}"/>
                </a:ext>
              </a:extLst>
            </p:cNvPr>
            <p:cNvSpPr/>
            <p:nvPr/>
          </p:nvSpPr>
          <p:spPr>
            <a:xfrm>
              <a:off x="5359248" y="2169089"/>
              <a:ext cx="273722" cy="273350"/>
            </a:xfrm>
            <a:prstGeom prst="rect">
              <a:avLst/>
            </a:prstGeom>
            <a:solidFill>
              <a:schemeClr val="tx2">
                <a:lumMod val="25000"/>
                <a:lumOff val="7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4" name="Rectangle 63">
              <a:extLst>
                <a:ext uri="{FF2B5EF4-FFF2-40B4-BE49-F238E27FC236}">
                  <a16:creationId xmlns:a16="http://schemas.microsoft.com/office/drawing/2014/main" id="{473D7D6B-DB08-2755-4946-80B20BC6BF27}"/>
                </a:ext>
              </a:extLst>
            </p:cNvPr>
            <p:cNvSpPr/>
            <p:nvPr/>
          </p:nvSpPr>
          <p:spPr>
            <a:xfrm>
              <a:off x="5632970" y="2169089"/>
              <a:ext cx="273722" cy="273350"/>
            </a:xfrm>
            <a:prstGeom prst="rect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5" name="Rectangle 64">
              <a:extLst>
                <a:ext uri="{FF2B5EF4-FFF2-40B4-BE49-F238E27FC236}">
                  <a16:creationId xmlns:a16="http://schemas.microsoft.com/office/drawing/2014/main" id="{9CC30266-1E20-23FF-0D95-21CD284F94ED}"/>
                </a:ext>
              </a:extLst>
            </p:cNvPr>
            <p:cNvSpPr/>
            <p:nvPr/>
          </p:nvSpPr>
          <p:spPr>
            <a:xfrm>
              <a:off x="5906692" y="2169089"/>
              <a:ext cx="273722" cy="273350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6" name="Rectangle 65">
              <a:extLst>
                <a:ext uri="{FF2B5EF4-FFF2-40B4-BE49-F238E27FC236}">
                  <a16:creationId xmlns:a16="http://schemas.microsoft.com/office/drawing/2014/main" id="{6FA761BD-00B2-04D2-586B-3056FEB1D69A}"/>
                </a:ext>
              </a:extLst>
            </p:cNvPr>
            <p:cNvSpPr/>
            <p:nvPr/>
          </p:nvSpPr>
          <p:spPr>
            <a:xfrm>
              <a:off x="6181874" y="2169089"/>
              <a:ext cx="273722" cy="273350"/>
            </a:xfrm>
            <a:prstGeom prst="rect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7" name="Rectangle 66">
              <a:extLst>
                <a:ext uri="{FF2B5EF4-FFF2-40B4-BE49-F238E27FC236}">
                  <a16:creationId xmlns:a16="http://schemas.microsoft.com/office/drawing/2014/main" id="{C11894C1-F455-0063-8BC0-F026149FC5AD}"/>
                </a:ext>
              </a:extLst>
            </p:cNvPr>
            <p:cNvSpPr/>
            <p:nvPr/>
          </p:nvSpPr>
          <p:spPr>
            <a:xfrm>
              <a:off x="6455596" y="2169089"/>
              <a:ext cx="273722" cy="273350"/>
            </a:xfrm>
            <a:prstGeom prst="rect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8" name="Rectangle 67">
              <a:extLst>
                <a:ext uri="{FF2B5EF4-FFF2-40B4-BE49-F238E27FC236}">
                  <a16:creationId xmlns:a16="http://schemas.microsoft.com/office/drawing/2014/main" id="{D213EB24-716F-6F12-907A-91E5C5FDBCAF}"/>
                </a:ext>
              </a:extLst>
            </p:cNvPr>
            <p:cNvSpPr/>
            <p:nvPr/>
          </p:nvSpPr>
          <p:spPr>
            <a:xfrm>
              <a:off x="5083338" y="2440752"/>
              <a:ext cx="273722" cy="273350"/>
            </a:xfrm>
            <a:prstGeom prst="rect">
              <a:avLst/>
            </a:prstGeom>
            <a:solidFill>
              <a:schemeClr val="tx2">
                <a:lumMod val="25000"/>
                <a:lumOff val="7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9" name="Rectangle 68">
              <a:extLst>
                <a:ext uri="{FF2B5EF4-FFF2-40B4-BE49-F238E27FC236}">
                  <a16:creationId xmlns:a16="http://schemas.microsoft.com/office/drawing/2014/main" id="{AA519AA5-9FEF-9AD5-9524-7DFD4873094B}"/>
                </a:ext>
              </a:extLst>
            </p:cNvPr>
            <p:cNvSpPr/>
            <p:nvPr/>
          </p:nvSpPr>
          <p:spPr>
            <a:xfrm>
              <a:off x="5359978" y="2440752"/>
              <a:ext cx="273722" cy="273350"/>
            </a:xfrm>
            <a:prstGeom prst="rect">
              <a:avLst/>
            </a:prstGeom>
            <a:solidFill>
              <a:schemeClr val="tx2">
                <a:lumMod val="25000"/>
                <a:lumOff val="7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0" name="Rectangle 69">
              <a:extLst>
                <a:ext uri="{FF2B5EF4-FFF2-40B4-BE49-F238E27FC236}">
                  <a16:creationId xmlns:a16="http://schemas.microsoft.com/office/drawing/2014/main" id="{E0E3DEEC-BE72-65A1-68BD-4DE8998FEA3A}"/>
                </a:ext>
              </a:extLst>
            </p:cNvPr>
            <p:cNvSpPr/>
            <p:nvPr/>
          </p:nvSpPr>
          <p:spPr>
            <a:xfrm>
              <a:off x="5633700" y="2440752"/>
              <a:ext cx="273722" cy="273350"/>
            </a:xfrm>
            <a:prstGeom prst="rect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1" name="Rectangle 70">
              <a:extLst>
                <a:ext uri="{FF2B5EF4-FFF2-40B4-BE49-F238E27FC236}">
                  <a16:creationId xmlns:a16="http://schemas.microsoft.com/office/drawing/2014/main" id="{D55B870F-FA96-2938-1F40-23C958EF889F}"/>
                </a:ext>
              </a:extLst>
            </p:cNvPr>
            <p:cNvSpPr/>
            <p:nvPr/>
          </p:nvSpPr>
          <p:spPr>
            <a:xfrm>
              <a:off x="5907422" y="2440752"/>
              <a:ext cx="273722" cy="273350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2" name="Rectangle 71">
              <a:extLst>
                <a:ext uri="{FF2B5EF4-FFF2-40B4-BE49-F238E27FC236}">
                  <a16:creationId xmlns:a16="http://schemas.microsoft.com/office/drawing/2014/main" id="{15E47DE5-D0B3-574A-8D2C-82FAFE2E6D9A}"/>
                </a:ext>
              </a:extLst>
            </p:cNvPr>
            <p:cNvSpPr/>
            <p:nvPr/>
          </p:nvSpPr>
          <p:spPr>
            <a:xfrm>
              <a:off x="6182604" y="2440752"/>
              <a:ext cx="273722" cy="273350"/>
            </a:xfrm>
            <a:prstGeom prst="rect">
              <a:avLst/>
            </a:prstGeom>
            <a:solidFill>
              <a:schemeClr val="tx2">
                <a:lumMod val="25000"/>
                <a:lumOff val="7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3" name="Rectangle 72">
              <a:extLst>
                <a:ext uri="{FF2B5EF4-FFF2-40B4-BE49-F238E27FC236}">
                  <a16:creationId xmlns:a16="http://schemas.microsoft.com/office/drawing/2014/main" id="{27617C41-4E4A-C5C2-C4A9-2C33332044E2}"/>
                </a:ext>
              </a:extLst>
            </p:cNvPr>
            <p:cNvSpPr/>
            <p:nvPr/>
          </p:nvSpPr>
          <p:spPr>
            <a:xfrm>
              <a:off x="6456326" y="2440752"/>
              <a:ext cx="273722" cy="273350"/>
            </a:xfrm>
            <a:prstGeom prst="rect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4" name="Rectangle 73">
              <a:extLst>
                <a:ext uri="{FF2B5EF4-FFF2-40B4-BE49-F238E27FC236}">
                  <a16:creationId xmlns:a16="http://schemas.microsoft.com/office/drawing/2014/main" id="{677FF428-22FE-1E21-A480-7E33D722D678}"/>
                </a:ext>
              </a:extLst>
            </p:cNvPr>
            <p:cNvSpPr/>
            <p:nvPr/>
          </p:nvSpPr>
          <p:spPr>
            <a:xfrm>
              <a:off x="5084796" y="2720124"/>
              <a:ext cx="273722" cy="273350"/>
            </a:xfrm>
            <a:prstGeom prst="rect">
              <a:avLst/>
            </a:prstGeom>
            <a:solidFill>
              <a:schemeClr val="tx2">
                <a:lumMod val="25000"/>
                <a:lumOff val="7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5" name="Rectangle 74">
              <a:extLst>
                <a:ext uri="{FF2B5EF4-FFF2-40B4-BE49-F238E27FC236}">
                  <a16:creationId xmlns:a16="http://schemas.microsoft.com/office/drawing/2014/main" id="{EACAE3B3-6988-20B2-71BA-A56F6DE0FFB9}"/>
                </a:ext>
              </a:extLst>
            </p:cNvPr>
            <p:cNvSpPr/>
            <p:nvPr/>
          </p:nvSpPr>
          <p:spPr>
            <a:xfrm>
              <a:off x="5361436" y="2720124"/>
              <a:ext cx="273722" cy="273350"/>
            </a:xfrm>
            <a:prstGeom prst="rect">
              <a:avLst/>
            </a:prstGeom>
            <a:solidFill>
              <a:schemeClr val="tx2">
                <a:lumMod val="25000"/>
                <a:lumOff val="7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6" name="Rectangle 75">
              <a:extLst>
                <a:ext uri="{FF2B5EF4-FFF2-40B4-BE49-F238E27FC236}">
                  <a16:creationId xmlns:a16="http://schemas.microsoft.com/office/drawing/2014/main" id="{2184CA2B-E95D-5414-57DC-1AD3E07F00FB}"/>
                </a:ext>
              </a:extLst>
            </p:cNvPr>
            <p:cNvSpPr/>
            <p:nvPr/>
          </p:nvSpPr>
          <p:spPr>
            <a:xfrm>
              <a:off x="5635158" y="2720124"/>
              <a:ext cx="273722" cy="273350"/>
            </a:xfrm>
            <a:prstGeom prst="rect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7" name="Rectangle 76">
              <a:extLst>
                <a:ext uri="{FF2B5EF4-FFF2-40B4-BE49-F238E27FC236}">
                  <a16:creationId xmlns:a16="http://schemas.microsoft.com/office/drawing/2014/main" id="{1E306A87-B151-44DE-5386-179BA855E334}"/>
                </a:ext>
              </a:extLst>
            </p:cNvPr>
            <p:cNvSpPr/>
            <p:nvPr/>
          </p:nvSpPr>
          <p:spPr>
            <a:xfrm>
              <a:off x="5908880" y="2720124"/>
              <a:ext cx="273722" cy="273350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8" name="Rectangle 77">
              <a:extLst>
                <a:ext uri="{FF2B5EF4-FFF2-40B4-BE49-F238E27FC236}">
                  <a16:creationId xmlns:a16="http://schemas.microsoft.com/office/drawing/2014/main" id="{AB7788CD-7EBD-0D5B-12F8-867C019022F7}"/>
                </a:ext>
              </a:extLst>
            </p:cNvPr>
            <p:cNvSpPr/>
            <p:nvPr/>
          </p:nvSpPr>
          <p:spPr>
            <a:xfrm>
              <a:off x="6184062" y="2720124"/>
              <a:ext cx="273722" cy="273350"/>
            </a:xfrm>
            <a:prstGeom prst="rect">
              <a:avLst/>
            </a:prstGeom>
            <a:solidFill>
              <a:schemeClr val="tx2">
                <a:lumMod val="25000"/>
                <a:lumOff val="7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9" name="Rectangle 78">
              <a:extLst>
                <a:ext uri="{FF2B5EF4-FFF2-40B4-BE49-F238E27FC236}">
                  <a16:creationId xmlns:a16="http://schemas.microsoft.com/office/drawing/2014/main" id="{A9B5E836-8ED9-9C65-B761-FB02CEE6C19F}"/>
                </a:ext>
              </a:extLst>
            </p:cNvPr>
            <p:cNvSpPr/>
            <p:nvPr/>
          </p:nvSpPr>
          <p:spPr>
            <a:xfrm>
              <a:off x="6457784" y="2720124"/>
              <a:ext cx="273722" cy="273350"/>
            </a:xfrm>
            <a:prstGeom prst="rect">
              <a:avLst/>
            </a:prstGeom>
            <a:solidFill>
              <a:schemeClr val="tx2">
                <a:lumMod val="25000"/>
                <a:lumOff val="7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0" name="TextBox 79">
              <a:extLst>
                <a:ext uri="{FF2B5EF4-FFF2-40B4-BE49-F238E27FC236}">
                  <a16:creationId xmlns:a16="http://schemas.microsoft.com/office/drawing/2014/main" id="{97888A3A-9B3F-9BDE-D58F-E37E454E1138}"/>
                </a:ext>
              </a:extLst>
            </p:cNvPr>
            <p:cNvSpPr txBox="1"/>
            <p:nvPr/>
          </p:nvSpPr>
          <p:spPr>
            <a:xfrm>
              <a:off x="4687492" y="1597044"/>
              <a:ext cx="346735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i="1" dirty="0">
                  <a:latin typeface="Times New Roman" panose="02020603050405020304" pitchFamily="18" charset="0"/>
                  <a:ea typeface="Cambria Math" panose="02040503050406030204" pitchFamily="18" charset="0"/>
                  <a:cs typeface="Times New Roman" panose="02020603050405020304" pitchFamily="18" charset="0"/>
                </a:rPr>
                <a:t>t</a:t>
              </a:r>
              <a:r>
                <a:rPr lang="en-US" altLang="zh-CN" sz="1400" i="1" baseline="-25000" dirty="0">
                  <a:latin typeface="Times New Roman" panose="02020603050405020304" pitchFamily="18" charset="0"/>
                  <a:ea typeface="Cambria Math" panose="02040503050406030204" pitchFamily="18" charset="0"/>
                  <a:cs typeface="Times New Roman" panose="02020603050405020304" pitchFamily="18" charset="0"/>
                </a:rPr>
                <a:t>1</a:t>
              </a:r>
            </a:p>
          </p:txBody>
        </p:sp>
        <p:sp>
          <p:nvSpPr>
            <p:cNvPr id="81" name="TextBox 80">
              <a:extLst>
                <a:ext uri="{FF2B5EF4-FFF2-40B4-BE49-F238E27FC236}">
                  <a16:creationId xmlns:a16="http://schemas.microsoft.com/office/drawing/2014/main" id="{C77D0FFA-6036-14F9-4D8D-4A36C6100156}"/>
                </a:ext>
              </a:extLst>
            </p:cNvPr>
            <p:cNvSpPr txBox="1"/>
            <p:nvPr/>
          </p:nvSpPr>
          <p:spPr>
            <a:xfrm>
              <a:off x="4687492" y="1873167"/>
              <a:ext cx="346735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i="1" dirty="0">
                  <a:latin typeface="Times New Roman" panose="02020603050405020304" pitchFamily="18" charset="0"/>
                  <a:ea typeface="Cambria Math" panose="02040503050406030204" pitchFamily="18" charset="0"/>
                  <a:cs typeface="Times New Roman" panose="02020603050405020304" pitchFamily="18" charset="0"/>
                </a:rPr>
                <a:t>t</a:t>
              </a:r>
              <a:r>
                <a:rPr lang="en-US" altLang="zh-CN" sz="1400" i="1" baseline="-25000" dirty="0">
                  <a:latin typeface="Times New Roman" panose="02020603050405020304" pitchFamily="18" charset="0"/>
                  <a:ea typeface="Cambria Math" panose="02040503050406030204" pitchFamily="18" charset="0"/>
                  <a:cs typeface="Times New Roman" panose="02020603050405020304" pitchFamily="18" charset="0"/>
                </a:rPr>
                <a:t>2</a:t>
              </a:r>
            </a:p>
          </p:txBody>
        </p:sp>
        <p:sp>
          <p:nvSpPr>
            <p:cNvPr id="82" name="TextBox 81">
              <a:extLst>
                <a:ext uri="{FF2B5EF4-FFF2-40B4-BE49-F238E27FC236}">
                  <a16:creationId xmlns:a16="http://schemas.microsoft.com/office/drawing/2014/main" id="{1DF684BA-4D7C-8EF4-0209-07AB940557D6}"/>
                </a:ext>
              </a:extLst>
            </p:cNvPr>
            <p:cNvSpPr txBox="1"/>
            <p:nvPr/>
          </p:nvSpPr>
          <p:spPr>
            <a:xfrm>
              <a:off x="4684574" y="2145818"/>
              <a:ext cx="346735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i="1" dirty="0">
                  <a:latin typeface="Times New Roman" panose="02020603050405020304" pitchFamily="18" charset="0"/>
                  <a:ea typeface="Cambria Math" panose="02040503050406030204" pitchFamily="18" charset="0"/>
                  <a:cs typeface="Times New Roman" panose="02020603050405020304" pitchFamily="18" charset="0"/>
                </a:rPr>
                <a:t>t</a:t>
              </a:r>
              <a:r>
                <a:rPr lang="en-US" altLang="zh-CN" sz="1400" i="1" baseline="-25000" dirty="0">
                  <a:latin typeface="Times New Roman" panose="02020603050405020304" pitchFamily="18" charset="0"/>
                  <a:ea typeface="Cambria Math" panose="02040503050406030204" pitchFamily="18" charset="0"/>
                  <a:cs typeface="Times New Roman" panose="02020603050405020304" pitchFamily="18" charset="0"/>
                </a:rPr>
                <a:t>3</a:t>
              </a:r>
            </a:p>
          </p:txBody>
        </p:sp>
        <p:sp>
          <p:nvSpPr>
            <p:cNvPr id="83" name="TextBox 82">
              <a:extLst>
                <a:ext uri="{FF2B5EF4-FFF2-40B4-BE49-F238E27FC236}">
                  <a16:creationId xmlns:a16="http://schemas.microsoft.com/office/drawing/2014/main" id="{3C751C07-2167-A75A-A199-DC20486E330B}"/>
                </a:ext>
              </a:extLst>
            </p:cNvPr>
            <p:cNvSpPr txBox="1"/>
            <p:nvPr/>
          </p:nvSpPr>
          <p:spPr>
            <a:xfrm>
              <a:off x="4684574" y="2437063"/>
              <a:ext cx="346735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i="1" dirty="0">
                  <a:latin typeface="Times New Roman" panose="02020603050405020304" pitchFamily="18" charset="0"/>
                  <a:ea typeface="Cambria Math" panose="02040503050406030204" pitchFamily="18" charset="0"/>
                  <a:cs typeface="Times New Roman" panose="02020603050405020304" pitchFamily="18" charset="0"/>
                </a:rPr>
                <a:t>t</a:t>
              </a:r>
              <a:r>
                <a:rPr lang="en-US" altLang="zh-CN" sz="1400" i="1" baseline="-25000" dirty="0">
                  <a:latin typeface="Times New Roman" panose="02020603050405020304" pitchFamily="18" charset="0"/>
                  <a:ea typeface="Cambria Math" panose="02040503050406030204" pitchFamily="18" charset="0"/>
                  <a:cs typeface="Times New Roman" panose="02020603050405020304" pitchFamily="18" charset="0"/>
                </a:rPr>
                <a:t>4</a:t>
              </a:r>
            </a:p>
          </p:txBody>
        </p:sp>
        <p:sp>
          <p:nvSpPr>
            <p:cNvPr id="84" name="TextBox 83">
              <a:extLst>
                <a:ext uri="{FF2B5EF4-FFF2-40B4-BE49-F238E27FC236}">
                  <a16:creationId xmlns:a16="http://schemas.microsoft.com/office/drawing/2014/main" id="{007F588F-C9B5-50AA-76E7-F1F1E1CFDFE9}"/>
                </a:ext>
              </a:extLst>
            </p:cNvPr>
            <p:cNvSpPr txBox="1"/>
            <p:nvPr/>
          </p:nvSpPr>
          <p:spPr>
            <a:xfrm>
              <a:off x="4684574" y="2709714"/>
              <a:ext cx="346735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i="1" dirty="0">
                  <a:latin typeface="Times New Roman" panose="02020603050405020304" pitchFamily="18" charset="0"/>
                  <a:ea typeface="Cambria Math" panose="02040503050406030204" pitchFamily="18" charset="0"/>
                  <a:cs typeface="Times New Roman" panose="02020603050405020304" pitchFamily="18" charset="0"/>
                </a:rPr>
                <a:t>t</a:t>
              </a:r>
              <a:r>
                <a:rPr lang="en-US" altLang="zh-CN" sz="1400" i="1" baseline="-25000" dirty="0">
                  <a:latin typeface="Times New Roman" panose="02020603050405020304" pitchFamily="18" charset="0"/>
                  <a:ea typeface="Cambria Math" panose="02040503050406030204" pitchFamily="18" charset="0"/>
                  <a:cs typeface="Times New Roman" panose="02020603050405020304" pitchFamily="18" charset="0"/>
                </a:rPr>
                <a:t>5</a:t>
              </a:r>
            </a:p>
          </p:txBody>
        </p:sp>
      </p:grpSp>
      <p:sp>
        <p:nvSpPr>
          <p:cNvPr id="85" name="Rounded Rectangle 84">
            <a:extLst>
              <a:ext uri="{FF2B5EF4-FFF2-40B4-BE49-F238E27FC236}">
                <a16:creationId xmlns:a16="http://schemas.microsoft.com/office/drawing/2014/main" id="{9213EB59-6659-8600-B73E-3523740CF0A2}"/>
              </a:ext>
            </a:extLst>
          </p:cNvPr>
          <p:cNvSpPr/>
          <p:nvPr/>
        </p:nvSpPr>
        <p:spPr>
          <a:xfrm>
            <a:off x="8319026" y="3475745"/>
            <a:ext cx="2288769" cy="2825502"/>
          </a:xfrm>
          <a:prstGeom prst="roundRect">
            <a:avLst>
              <a:gd name="adj" fmla="val 7862"/>
            </a:avLst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AA58CB0D-6527-4E6D-98F1-B1BA56F2AEB5}"/>
              </a:ext>
            </a:extLst>
          </p:cNvPr>
          <p:cNvSpPr txBox="1"/>
          <p:nvPr/>
        </p:nvSpPr>
        <p:spPr>
          <a:xfrm>
            <a:off x="8319026" y="3537537"/>
            <a:ext cx="228876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(b.3) GRPO</a:t>
            </a:r>
          </a:p>
        </p:txBody>
      </p:sp>
      <p:sp>
        <p:nvSpPr>
          <p:cNvPr id="87" name="Rounded Rectangle 86">
            <a:extLst>
              <a:ext uri="{FF2B5EF4-FFF2-40B4-BE49-F238E27FC236}">
                <a16:creationId xmlns:a16="http://schemas.microsoft.com/office/drawing/2014/main" id="{5D528910-0E90-2891-35E8-1C5F0AFC0264}"/>
              </a:ext>
            </a:extLst>
          </p:cNvPr>
          <p:cNvSpPr/>
          <p:nvPr/>
        </p:nvSpPr>
        <p:spPr>
          <a:xfrm>
            <a:off x="8704334" y="4684842"/>
            <a:ext cx="1480876" cy="774715"/>
          </a:xfrm>
          <a:prstGeom prst="roundRect">
            <a:avLst>
              <a:gd name="adj" fmla="val 25496"/>
            </a:avLst>
          </a:prstGeom>
          <a:solidFill>
            <a:schemeClr val="accent2">
              <a:lumMod val="20000"/>
              <a:lumOff val="8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435AB8D3-3CF6-3FED-AD27-635990D9D0EF}"/>
              </a:ext>
            </a:extLst>
          </p:cNvPr>
          <p:cNvSpPr txBox="1"/>
          <p:nvPr/>
        </p:nvSpPr>
        <p:spPr>
          <a:xfrm>
            <a:off x="8704333" y="4695275"/>
            <a:ext cx="148087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latin typeface="Times New Roman" panose="020206030504050203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Reward</a:t>
            </a:r>
          </a:p>
        </p:txBody>
      </p:sp>
      <p:sp>
        <p:nvSpPr>
          <p:cNvPr id="89" name="Rounded Rectangle 88">
            <a:extLst>
              <a:ext uri="{FF2B5EF4-FFF2-40B4-BE49-F238E27FC236}">
                <a16:creationId xmlns:a16="http://schemas.microsoft.com/office/drawing/2014/main" id="{CAC3C223-AC2F-D074-F3B3-D6E10AEAD2D9}"/>
              </a:ext>
            </a:extLst>
          </p:cNvPr>
          <p:cNvSpPr/>
          <p:nvPr/>
        </p:nvSpPr>
        <p:spPr>
          <a:xfrm>
            <a:off x="8781428" y="5043811"/>
            <a:ext cx="538288" cy="338554"/>
          </a:xfrm>
          <a:prstGeom prst="roundRect">
            <a:avLst>
              <a:gd name="adj" fmla="val 50000"/>
            </a:avLst>
          </a:prstGeom>
          <a:solidFill>
            <a:schemeClr val="accent2">
              <a:lumMod val="20000"/>
              <a:lumOff val="80000"/>
            </a:schemeClr>
          </a:solidFill>
          <a:ln w="19050">
            <a:solidFill>
              <a:schemeClr val="accent2">
                <a:lumMod val="60000"/>
                <a:lumOff val="40000"/>
              </a:schemeClr>
            </a:solidFill>
            <a:prstDash val="sysDash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0" name="Rounded Rectangle 89">
            <a:extLst>
              <a:ext uri="{FF2B5EF4-FFF2-40B4-BE49-F238E27FC236}">
                <a16:creationId xmlns:a16="http://schemas.microsoft.com/office/drawing/2014/main" id="{D0E61FE4-AAFA-E599-761C-F5EE1F776E06}"/>
              </a:ext>
            </a:extLst>
          </p:cNvPr>
          <p:cNvSpPr/>
          <p:nvPr/>
        </p:nvSpPr>
        <p:spPr>
          <a:xfrm>
            <a:off x="9406351" y="5043937"/>
            <a:ext cx="698384" cy="338554"/>
          </a:xfrm>
          <a:prstGeom prst="roundRect">
            <a:avLst>
              <a:gd name="adj" fmla="val 50000"/>
            </a:avLst>
          </a:prstGeom>
          <a:solidFill>
            <a:schemeClr val="accent2">
              <a:lumMod val="20000"/>
              <a:lumOff val="80000"/>
            </a:schemeClr>
          </a:solidFill>
          <a:ln w="19050">
            <a:solidFill>
              <a:schemeClr val="accent2">
                <a:lumMod val="60000"/>
                <a:lumOff val="40000"/>
              </a:schemeClr>
            </a:solidFill>
            <a:prstDash val="sysDash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A8CD991A-E515-86A1-2AA7-B7B1B7126004}"/>
              </a:ext>
            </a:extLst>
          </p:cNvPr>
          <p:cNvSpPr txBox="1"/>
          <p:nvPr/>
        </p:nvSpPr>
        <p:spPr>
          <a:xfrm>
            <a:off x="8781429" y="5059675"/>
            <a:ext cx="53828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i="1" dirty="0"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R</a:t>
            </a:r>
            <a:r>
              <a:rPr lang="en-US" sz="1400" i="1" baseline="-25000" dirty="0"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BK</a:t>
            </a:r>
            <a:endParaRPr lang="en-US" sz="1400" i="1" dirty="0">
              <a:latin typeface="Cambria Math" panose="02040503050406030204" pitchFamily="18" charset="0"/>
              <a:ea typeface="Cambria Math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92" name="Rounded Rectangle 91">
            <a:extLst>
              <a:ext uri="{FF2B5EF4-FFF2-40B4-BE49-F238E27FC236}">
                <a16:creationId xmlns:a16="http://schemas.microsoft.com/office/drawing/2014/main" id="{A4093A1E-1A3A-811F-F101-6139595AAC4F}"/>
              </a:ext>
            </a:extLst>
          </p:cNvPr>
          <p:cNvSpPr/>
          <p:nvPr/>
        </p:nvSpPr>
        <p:spPr>
          <a:xfrm>
            <a:off x="8463650" y="4009749"/>
            <a:ext cx="1964094" cy="496177"/>
          </a:xfrm>
          <a:prstGeom prst="roundRect">
            <a:avLst>
              <a:gd name="adj" fmla="val 19565"/>
            </a:avLst>
          </a:prstGeom>
          <a:solidFill>
            <a:schemeClr val="bg1"/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3" name="Rounded Rectangle 92">
            <a:extLst>
              <a:ext uri="{FF2B5EF4-FFF2-40B4-BE49-F238E27FC236}">
                <a16:creationId xmlns:a16="http://schemas.microsoft.com/office/drawing/2014/main" id="{6F9F437E-D264-6C8E-C1DA-DDBD77A605D3}"/>
              </a:ext>
            </a:extLst>
          </p:cNvPr>
          <p:cNvSpPr/>
          <p:nvPr/>
        </p:nvSpPr>
        <p:spPr>
          <a:xfrm>
            <a:off x="8586111" y="4106002"/>
            <a:ext cx="497936" cy="295882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lang="en-US" sz="1400" i="1" baseline="-25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en-US" sz="1400" i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4" name="Rounded Rectangle 93">
            <a:extLst>
              <a:ext uri="{FF2B5EF4-FFF2-40B4-BE49-F238E27FC236}">
                <a16:creationId xmlns:a16="http://schemas.microsoft.com/office/drawing/2014/main" id="{443D3129-B9B9-61D1-6E97-BE25D601DB48}"/>
              </a:ext>
            </a:extLst>
          </p:cNvPr>
          <p:cNvSpPr/>
          <p:nvPr/>
        </p:nvSpPr>
        <p:spPr>
          <a:xfrm>
            <a:off x="9203231" y="4108566"/>
            <a:ext cx="497936" cy="295882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lang="en-US" sz="1400" i="1" baseline="-25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en-US" sz="1400" i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5" name="Rounded Rectangle 94">
            <a:extLst>
              <a:ext uri="{FF2B5EF4-FFF2-40B4-BE49-F238E27FC236}">
                <a16:creationId xmlns:a16="http://schemas.microsoft.com/office/drawing/2014/main" id="{182D0DF8-53A9-1D78-2310-7AEB33FF80A8}"/>
              </a:ext>
            </a:extLst>
          </p:cNvPr>
          <p:cNvSpPr/>
          <p:nvPr/>
        </p:nvSpPr>
        <p:spPr>
          <a:xfrm>
            <a:off x="9820864" y="4108179"/>
            <a:ext cx="497936" cy="295882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…</a:t>
            </a:r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865D1A81-4B13-48C1-E4A6-0C86BD4FE3CF}"/>
              </a:ext>
            </a:extLst>
          </p:cNvPr>
          <p:cNvSpPr txBox="1"/>
          <p:nvPr/>
        </p:nvSpPr>
        <p:spPr>
          <a:xfrm>
            <a:off x="9391557" y="5061381"/>
            <a:ext cx="71317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i="1" dirty="0" err="1"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R</a:t>
            </a:r>
            <a:r>
              <a:rPr lang="en-US" sz="1400" i="1" baseline="-25000" dirty="0" err="1"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punish</a:t>
            </a:r>
            <a:endParaRPr lang="en-US" sz="1400" i="1" dirty="0">
              <a:latin typeface="Cambria Math" panose="02040503050406030204" pitchFamily="18" charset="0"/>
              <a:ea typeface="Cambria Math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99" name="Rounded Rectangle 98">
            <a:extLst>
              <a:ext uri="{FF2B5EF4-FFF2-40B4-BE49-F238E27FC236}">
                <a16:creationId xmlns:a16="http://schemas.microsoft.com/office/drawing/2014/main" id="{557A0D91-AC74-67E7-3BEB-C187574C2BD5}"/>
              </a:ext>
            </a:extLst>
          </p:cNvPr>
          <p:cNvSpPr/>
          <p:nvPr/>
        </p:nvSpPr>
        <p:spPr>
          <a:xfrm>
            <a:off x="8463650" y="5638473"/>
            <a:ext cx="1964094" cy="496177"/>
          </a:xfrm>
          <a:prstGeom prst="roundRect">
            <a:avLst>
              <a:gd name="adj" fmla="val 19565"/>
            </a:avLst>
          </a:prstGeom>
          <a:solidFill>
            <a:schemeClr val="bg1"/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0" name="Rounded Rectangle 99">
            <a:extLst>
              <a:ext uri="{FF2B5EF4-FFF2-40B4-BE49-F238E27FC236}">
                <a16:creationId xmlns:a16="http://schemas.microsoft.com/office/drawing/2014/main" id="{26808655-C5AC-1BF2-00DB-D070EA698F27}"/>
              </a:ext>
            </a:extLst>
          </p:cNvPr>
          <p:cNvSpPr/>
          <p:nvPr/>
        </p:nvSpPr>
        <p:spPr>
          <a:xfrm>
            <a:off x="8586111" y="5745612"/>
            <a:ext cx="497936" cy="295882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US" sz="1400" i="1" baseline="-25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en-US" sz="1400" i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1" name="Rounded Rectangle 100">
            <a:extLst>
              <a:ext uri="{FF2B5EF4-FFF2-40B4-BE49-F238E27FC236}">
                <a16:creationId xmlns:a16="http://schemas.microsoft.com/office/drawing/2014/main" id="{BE665BD3-0CE7-1B7C-A2AA-474862BC5899}"/>
              </a:ext>
            </a:extLst>
          </p:cNvPr>
          <p:cNvSpPr/>
          <p:nvPr/>
        </p:nvSpPr>
        <p:spPr>
          <a:xfrm>
            <a:off x="9190572" y="5745612"/>
            <a:ext cx="497936" cy="295882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US" sz="1400" i="1" baseline="-25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en-US" sz="1400" i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2" name="Rounded Rectangle 101">
            <a:extLst>
              <a:ext uri="{FF2B5EF4-FFF2-40B4-BE49-F238E27FC236}">
                <a16:creationId xmlns:a16="http://schemas.microsoft.com/office/drawing/2014/main" id="{CD17BF33-0569-11B9-675A-1699ED69A394}"/>
              </a:ext>
            </a:extLst>
          </p:cNvPr>
          <p:cNvSpPr/>
          <p:nvPr/>
        </p:nvSpPr>
        <p:spPr>
          <a:xfrm>
            <a:off x="9820864" y="5745612"/>
            <a:ext cx="497936" cy="295882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…</a:t>
            </a:r>
          </a:p>
        </p:txBody>
      </p:sp>
      <p:cxnSp>
        <p:nvCxnSpPr>
          <p:cNvPr id="112" name="Straight Arrow Connector 111">
            <a:extLst>
              <a:ext uri="{FF2B5EF4-FFF2-40B4-BE49-F238E27FC236}">
                <a16:creationId xmlns:a16="http://schemas.microsoft.com/office/drawing/2014/main" id="{D118CE29-31EA-43CF-0584-7EDFCCC5EFA9}"/>
              </a:ext>
            </a:extLst>
          </p:cNvPr>
          <p:cNvCxnSpPr>
            <a:cxnSpLocks/>
            <a:stCxn id="92" idx="2"/>
            <a:endCxn id="88" idx="0"/>
          </p:cNvCxnSpPr>
          <p:nvPr/>
        </p:nvCxnSpPr>
        <p:spPr>
          <a:xfrm flipH="1">
            <a:off x="9444772" y="4505926"/>
            <a:ext cx="925" cy="18934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17" name="Straight Arrow Connector 116">
            <a:extLst>
              <a:ext uri="{FF2B5EF4-FFF2-40B4-BE49-F238E27FC236}">
                <a16:creationId xmlns:a16="http://schemas.microsoft.com/office/drawing/2014/main" id="{E22173FF-2E69-BE84-CA5C-B8A88D52EB8C}"/>
              </a:ext>
            </a:extLst>
          </p:cNvPr>
          <p:cNvCxnSpPr>
            <a:cxnSpLocks/>
            <a:stCxn id="87" idx="2"/>
            <a:endCxn id="99" idx="0"/>
          </p:cNvCxnSpPr>
          <p:nvPr/>
        </p:nvCxnSpPr>
        <p:spPr>
          <a:xfrm>
            <a:off x="9444772" y="5459557"/>
            <a:ext cx="925" cy="17891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26" name="Straight Connector 125">
            <a:extLst>
              <a:ext uri="{FF2B5EF4-FFF2-40B4-BE49-F238E27FC236}">
                <a16:creationId xmlns:a16="http://schemas.microsoft.com/office/drawing/2014/main" id="{94BE3469-AC1C-8B14-14DC-DDB9A8270E17}"/>
              </a:ext>
            </a:extLst>
          </p:cNvPr>
          <p:cNvCxnSpPr>
            <a:cxnSpLocks/>
          </p:cNvCxnSpPr>
          <p:nvPr/>
        </p:nvCxnSpPr>
        <p:spPr>
          <a:xfrm>
            <a:off x="5329647" y="657880"/>
            <a:ext cx="0" cy="5643367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prstDash val="dash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131" name="Table 130">
            <a:extLst>
              <a:ext uri="{FF2B5EF4-FFF2-40B4-BE49-F238E27FC236}">
                <a16:creationId xmlns:a16="http://schemas.microsoft.com/office/drawing/2014/main" id="{7D60B0F8-8E71-C2AB-B10C-52101636CCF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7472519"/>
              </p:ext>
            </p:extLst>
          </p:nvPr>
        </p:nvGraphicFramePr>
        <p:xfrm>
          <a:off x="1630388" y="5781813"/>
          <a:ext cx="3426660" cy="2590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85332">
                  <a:extLst>
                    <a:ext uri="{9D8B030D-6E8A-4147-A177-3AD203B41FA5}">
                      <a16:colId xmlns:a16="http://schemas.microsoft.com/office/drawing/2014/main" val="1125551485"/>
                    </a:ext>
                  </a:extLst>
                </a:gridCol>
                <a:gridCol w="685332">
                  <a:extLst>
                    <a:ext uri="{9D8B030D-6E8A-4147-A177-3AD203B41FA5}">
                      <a16:colId xmlns:a16="http://schemas.microsoft.com/office/drawing/2014/main" val="799101235"/>
                    </a:ext>
                  </a:extLst>
                </a:gridCol>
                <a:gridCol w="685332">
                  <a:extLst>
                    <a:ext uri="{9D8B030D-6E8A-4147-A177-3AD203B41FA5}">
                      <a16:colId xmlns:a16="http://schemas.microsoft.com/office/drawing/2014/main" val="1124319696"/>
                    </a:ext>
                  </a:extLst>
                </a:gridCol>
                <a:gridCol w="685332">
                  <a:extLst>
                    <a:ext uri="{9D8B030D-6E8A-4147-A177-3AD203B41FA5}">
                      <a16:colId xmlns:a16="http://schemas.microsoft.com/office/drawing/2014/main" val="2510937503"/>
                    </a:ext>
                  </a:extLst>
                </a:gridCol>
                <a:gridCol w="685332">
                  <a:extLst>
                    <a:ext uri="{9D8B030D-6E8A-4147-A177-3AD203B41FA5}">
                      <a16:colId xmlns:a16="http://schemas.microsoft.com/office/drawing/2014/main" val="2406923614"/>
                    </a:ext>
                  </a:extLst>
                </a:gridCol>
              </a:tblGrid>
              <a:tr h="182880"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It</a:t>
                      </a: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is</a:t>
                      </a: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a</a:t>
                      </a: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strong</a:t>
                      </a: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accept</a:t>
                      </a: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23596755"/>
                  </a:ext>
                </a:extLst>
              </a:tr>
            </a:tbl>
          </a:graphicData>
        </a:graphic>
      </p:graphicFrame>
      <p:cxnSp>
        <p:nvCxnSpPr>
          <p:cNvPr id="152" name="Elbow Connector 151">
            <a:extLst>
              <a:ext uri="{FF2B5EF4-FFF2-40B4-BE49-F238E27FC236}">
                <a16:creationId xmlns:a16="http://schemas.microsoft.com/office/drawing/2014/main" id="{E5A921F8-0682-CF3F-7470-B00AEA6769C2}"/>
              </a:ext>
            </a:extLst>
          </p:cNvPr>
          <p:cNvCxnSpPr>
            <a:cxnSpLocks/>
            <a:stCxn id="23" idx="3"/>
            <a:endCxn id="27" idx="0"/>
          </p:cNvCxnSpPr>
          <p:nvPr/>
        </p:nvCxnSpPr>
        <p:spPr>
          <a:xfrm>
            <a:off x="7927887" y="1802320"/>
            <a:ext cx="2012573" cy="135138"/>
          </a:xfrm>
          <a:prstGeom prst="bentConnector2">
            <a:avLst/>
          </a:prstGeom>
          <a:ln>
            <a:solidFill>
              <a:schemeClr val="tx2">
                <a:lumMod val="25000"/>
                <a:lumOff val="75000"/>
              </a:schemeClr>
            </a:solidFill>
            <a:prstDash val="sys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9" name="Elbow Connector 158">
            <a:extLst>
              <a:ext uri="{FF2B5EF4-FFF2-40B4-BE49-F238E27FC236}">
                <a16:creationId xmlns:a16="http://schemas.microsoft.com/office/drawing/2014/main" id="{D300E066-58F8-1950-E909-2F9959DCD7AD}"/>
              </a:ext>
            </a:extLst>
          </p:cNvPr>
          <p:cNvCxnSpPr>
            <a:cxnSpLocks/>
            <a:stCxn id="22" idx="0"/>
            <a:endCxn id="26" idx="1"/>
          </p:cNvCxnSpPr>
          <p:nvPr/>
        </p:nvCxnSpPr>
        <p:spPr>
          <a:xfrm rot="5400000" flipH="1" flipV="1">
            <a:off x="7720988" y="1461103"/>
            <a:ext cx="145017" cy="1462207"/>
          </a:xfrm>
          <a:prstGeom prst="bentConnector2">
            <a:avLst/>
          </a:prstGeom>
          <a:ln>
            <a:solidFill>
              <a:schemeClr val="tx2">
                <a:lumMod val="25000"/>
                <a:lumOff val="75000"/>
              </a:schemeClr>
            </a:solidFill>
            <a:prstDash val="sys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3" name="TextBox 162">
            <a:extLst>
              <a:ext uri="{FF2B5EF4-FFF2-40B4-BE49-F238E27FC236}">
                <a16:creationId xmlns:a16="http://schemas.microsoft.com/office/drawing/2014/main" id="{681B6467-407E-281B-34A5-9761CE63FCBB}"/>
              </a:ext>
            </a:extLst>
          </p:cNvPr>
          <p:cNvSpPr txBox="1"/>
          <p:nvPr/>
        </p:nvSpPr>
        <p:spPr>
          <a:xfrm>
            <a:off x="5600821" y="657880"/>
            <a:ext cx="500695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(b) Training Paradigm</a:t>
            </a:r>
          </a:p>
        </p:txBody>
      </p:sp>
      <p:cxnSp>
        <p:nvCxnSpPr>
          <p:cNvPr id="178" name="Elbow Connector 177">
            <a:extLst>
              <a:ext uri="{FF2B5EF4-FFF2-40B4-BE49-F238E27FC236}">
                <a16:creationId xmlns:a16="http://schemas.microsoft.com/office/drawing/2014/main" id="{75324D54-6EAA-071F-B43B-4F5D2891FDE6}"/>
              </a:ext>
            </a:extLst>
          </p:cNvPr>
          <p:cNvCxnSpPr>
            <a:cxnSpLocks/>
            <a:stCxn id="11" idx="3"/>
            <a:endCxn id="16" idx="2"/>
          </p:cNvCxnSpPr>
          <p:nvPr/>
        </p:nvCxnSpPr>
        <p:spPr>
          <a:xfrm flipV="1">
            <a:off x="7612755" y="2252603"/>
            <a:ext cx="1915662" cy="193837"/>
          </a:xfrm>
          <a:prstGeom prst="bentConnector2">
            <a:avLst/>
          </a:prstGeom>
          <a:ln>
            <a:solidFill>
              <a:schemeClr val="accent2">
                <a:lumMod val="60000"/>
                <a:lumOff val="40000"/>
              </a:schemeClr>
            </a:solidFill>
            <a:prstDash val="sys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1" name="Elbow Connector 180">
            <a:extLst>
              <a:ext uri="{FF2B5EF4-FFF2-40B4-BE49-F238E27FC236}">
                <a16:creationId xmlns:a16="http://schemas.microsoft.com/office/drawing/2014/main" id="{88BE4797-72CD-63CD-26B1-83BCA241151F}"/>
              </a:ext>
            </a:extLst>
          </p:cNvPr>
          <p:cNvCxnSpPr>
            <a:cxnSpLocks/>
            <a:endCxn id="15" idx="2"/>
          </p:cNvCxnSpPr>
          <p:nvPr/>
        </p:nvCxnSpPr>
        <p:spPr>
          <a:xfrm flipV="1">
            <a:off x="7612755" y="2252603"/>
            <a:ext cx="1641940" cy="193837"/>
          </a:xfrm>
          <a:prstGeom prst="bentConnector2">
            <a:avLst/>
          </a:prstGeom>
          <a:ln>
            <a:solidFill>
              <a:srgbClr val="FF7E79"/>
            </a:solidFill>
            <a:prstDash val="sys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4" name="TextBox 183">
            <a:extLst>
              <a:ext uri="{FF2B5EF4-FFF2-40B4-BE49-F238E27FC236}">
                <a16:creationId xmlns:a16="http://schemas.microsoft.com/office/drawing/2014/main" id="{D4EC8988-0FC4-273A-AE2C-F83A755FEB54}"/>
              </a:ext>
            </a:extLst>
          </p:cNvPr>
          <p:cNvSpPr txBox="1"/>
          <p:nvPr/>
        </p:nvSpPr>
        <p:spPr>
          <a:xfrm>
            <a:off x="9626786" y="2831219"/>
            <a:ext cx="66151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Times New Roman" panose="020206030504050203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Match</a:t>
            </a:r>
          </a:p>
        </p:txBody>
      </p:sp>
      <p:cxnSp>
        <p:nvCxnSpPr>
          <p:cNvPr id="185" name="Straight Connector 184">
            <a:extLst>
              <a:ext uri="{FF2B5EF4-FFF2-40B4-BE49-F238E27FC236}">
                <a16:creationId xmlns:a16="http://schemas.microsoft.com/office/drawing/2014/main" id="{61B67720-9202-1149-CBB3-6C116734FE7E}"/>
              </a:ext>
            </a:extLst>
          </p:cNvPr>
          <p:cNvCxnSpPr>
            <a:cxnSpLocks/>
          </p:cNvCxnSpPr>
          <p:nvPr/>
        </p:nvCxnSpPr>
        <p:spPr>
          <a:xfrm flipH="1">
            <a:off x="9284880" y="2993084"/>
            <a:ext cx="304495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prstDash val="sysDash"/>
            <a:headEnd type="arrow" w="sm" len="sm"/>
            <a:tailEnd type="arrow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1" name="TextBox 190">
            <a:extLst>
              <a:ext uri="{FF2B5EF4-FFF2-40B4-BE49-F238E27FC236}">
                <a16:creationId xmlns:a16="http://schemas.microsoft.com/office/drawing/2014/main" id="{10481AB0-2389-83E8-3C0C-973F7757F151}"/>
              </a:ext>
            </a:extLst>
          </p:cNvPr>
          <p:cNvSpPr txBox="1"/>
          <p:nvPr/>
        </p:nvSpPr>
        <p:spPr>
          <a:xfrm>
            <a:off x="1630388" y="657880"/>
            <a:ext cx="369925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(a) Inference</a:t>
            </a:r>
          </a:p>
        </p:txBody>
      </p:sp>
      <p:sp>
        <p:nvSpPr>
          <p:cNvPr id="190" name="Oval 189">
            <a:extLst>
              <a:ext uri="{FF2B5EF4-FFF2-40B4-BE49-F238E27FC236}">
                <a16:creationId xmlns:a16="http://schemas.microsoft.com/office/drawing/2014/main" id="{840C68AB-77FD-05A0-C321-D946E1CC7A06}"/>
              </a:ext>
            </a:extLst>
          </p:cNvPr>
          <p:cNvSpPr/>
          <p:nvPr/>
        </p:nvSpPr>
        <p:spPr>
          <a:xfrm>
            <a:off x="3247223" y="1171238"/>
            <a:ext cx="428617" cy="428617"/>
          </a:xfrm>
          <a:prstGeom prst="ellipse">
            <a:avLst/>
          </a:prstGeom>
          <a:solidFill>
            <a:schemeClr val="tx2">
              <a:lumMod val="25000"/>
              <a:lumOff val="7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dirty="0">
              <a:solidFill>
                <a:schemeClr val="tx1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192" name="Oval 191">
            <a:extLst>
              <a:ext uri="{FF2B5EF4-FFF2-40B4-BE49-F238E27FC236}">
                <a16:creationId xmlns:a16="http://schemas.microsoft.com/office/drawing/2014/main" id="{66F04ED7-ED59-C26D-480F-71F04B121EB9}"/>
              </a:ext>
            </a:extLst>
          </p:cNvPr>
          <p:cNvSpPr/>
          <p:nvPr/>
        </p:nvSpPr>
        <p:spPr>
          <a:xfrm>
            <a:off x="3247223" y="1939407"/>
            <a:ext cx="428617" cy="428617"/>
          </a:xfrm>
          <a:prstGeom prst="ellipse">
            <a:avLst/>
          </a:prstGeom>
          <a:solidFill>
            <a:schemeClr val="tx2">
              <a:lumMod val="25000"/>
              <a:lumOff val="7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3" name="Oval 192">
            <a:extLst>
              <a:ext uri="{FF2B5EF4-FFF2-40B4-BE49-F238E27FC236}">
                <a16:creationId xmlns:a16="http://schemas.microsoft.com/office/drawing/2014/main" id="{35801B15-C5B1-4B99-43A1-36615241E240}"/>
              </a:ext>
            </a:extLst>
          </p:cNvPr>
          <p:cNvSpPr/>
          <p:nvPr/>
        </p:nvSpPr>
        <p:spPr>
          <a:xfrm>
            <a:off x="3245992" y="2707576"/>
            <a:ext cx="428617" cy="428617"/>
          </a:xfrm>
          <a:prstGeom prst="ellipse">
            <a:avLst/>
          </a:prstGeom>
          <a:solidFill>
            <a:schemeClr val="tx2">
              <a:lumMod val="25000"/>
              <a:lumOff val="7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4" name="Oval 193">
            <a:extLst>
              <a:ext uri="{FF2B5EF4-FFF2-40B4-BE49-F238E27FC236}">
                <a16:creationId xmlns:a16="http://schemas.microsoft.com/office/drawing/2014/main" id="{2CF6E961-9A31-FD64-B805-203C4040A1C9}"/>
              </a:ext>
            </a:extLst>
          </p:cNvPr>
          <p:cNvSpPr/>
          <p:nvPr/>
        </p:nvSpPr>
        <p:spPr>
          <a:xfrm>
            <a:off x="3247223" y="3475746"/>
            <a:ext cx="428617" cy="428617"/>
          </a:xfrm>
          <a:prstGeom prst="ellipse">
            <a:avLst/>
          </a:prstGeom>
          <a:solidFill>
            <a:srgbClr val="FF7E79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5" name="Oval 194">
            <a:extLst>
              <a:ext uri="{FF2B5EF4-FFF2-40B4-BE49-F238E27FC236}">
                <a16:creationId xmlns:a16="http://schemas.microsoft.com/office/drawing/2014/main" id="{4538B086-BE75-C383-A22E-3E5CA40CEA8D}"/>
              </a:ext>
            </a:extLst>
          </p:cNvPr>
          <p:cNvSpPr/>
          <p:nvPr/>
        </p:nvSpPr>
        <p:spPr>
          <a:xfrm>
            <a:off x="3245398" y="4250153"/>
            <a:ext cx="428617" cy="428617"/>
          </a:xfrm>
          <a:prstGeom prst="ellipse">
            <a:avLst/>
          </a:prstGeom>
          <a:solidFill>
            <a:srgbClr val="FF7E79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6" name="Oval 195">
            <a:extLst>
              <a:ext uri="{FF2B5EF4-FFF2-40B4-BE49-F238E27FC236}">
                <a16:creationId xmlns:a16="http://schemas.microsoft.com/office/drawing/2014/main" id="{F4F7ABFD-2410-A83B-A7E3-6C2DED826B14}"/>
              </a:ext>
            </a:extLst>
          </p:cNvPr>
          <p:cNvSpPr/>
          <p:nvPr/>
        </p:nvSpPr>
        <p:spPr>
          <a:xfrm>
            <a:off x="3245398" y="5024561"/>
            <a:ext cx="428617" cy="428617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98" name="Straight Arrow Connector 197">
            <a:extLst>
              <a:ext uri="{FF2B5EF4-FFF2-40B4-BE49-F238E27FC236}">
                <a16:creationId xmlns:a16="http://schemas.microsoft.com/office/drawing/2014/main" id="{C2C4C949-8B27-00B5-1E8C-57FB9F59185A}"/>
              </a:ext>
            </a:extLst>
          </p:cNvPr>
          <p:cNvCxnSpPr>
            <a:cxnSpLocks/>
            <a:endCxn id="192" idx="0"/>
          </p:cNvCxnSpPr>
          <p:nvPr/>
        </p:nvCxnSpPr>
        <p:spPr>
          <a:xfrm>
            <a:off x="3461531" y="1599855"/>
            <a:ext cx="0" cy="33955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99" name="Straight Arrow Connector 198">
            <a:extLst>
              <a:ext uri="{FF2B5EF4-FFF2-40B4-BE49-F238E27FC236}">
                <a16:creationId xmlns:a16="http://schemas.microsoft.com/office/drawing/2014/main" id="{C3B108D3-0F7D-316D-D22C-E0023570E807}"/>
              </a:ext>
            </a:extLst>
          </p:cNvPr>
          <p:cNvCxnSpPr>
            <a:cxnSpLocks/>
            <a:stCxn id="192" idx="4"/>
            <a:endCxn id="193" idx="0"/>
          </p:cNvCxnSpPr>
          <p:nvPr/>
        </p:nvCxnSpPr>
        <p:spPr>
          <a:xfrm flipH="1">
            <a:off x="3460301" y="2368024"/>
            <a:ext cx="1230" cy="33955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02" name="Straight Arrow Connector 201">
            <a:extLst>
              <a:ext uri="{FF2B5EF4-FFF2-40B4-BE49-F238E27FC236}">
                <a16:creationId xmlns:a16="http://schemas.microsoft.com/office/drawing/2014/main" id="{02FA1EC0-9BFA-34A5-2175-ECB58F5B6220}"/>
              </a:ext>
            </a:extLst>
          </p:cNvPr>
          <p:cNvCxnSpPr>
            <a:cxnSpLocks/>
          </p:cNvCxnSpPr>
          <p:nvPr/>
        </p:nvCxnSpPr>
        <p:spPr>
          <a:xfrm>
            <a:off x="3460915" y="3136193"/>
            <a:ext cx="0" cy="33955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03" name="Straight Arrow Connector 202">
            <a:extLst>
              <a:ext uri="{FF2B5EF4-FFF2-40B4-BE49-F238E27FC236}">
                <a16:creationId xmlns:a16="http://schemas.microsoft.com/office/drawing/2014/main" id="{7110ECFC-7202-D130-1B7E-9FB4BC4F26C7}"/>
              </a:ext>
            </a:extLst>
          </p:cNvPr>
          <p:cNvCxnSpPr>
            <a:cxnSpLocks/>
          </p:cNvCxnSpPr>
          <p:nvPr/>
        </p:nvCxnSpPr>
        <p:spPr>
          <a:xfrm>
            <a:off x="3460915" y="3904362"/>
            <a:ext cx="0" cy="33955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04" name="Straight Arrow Connector 203">
            <a:extLst>
              <a:ext uri="{FF2B5EF4-FFF2-40B4-BE49-F238E27FC236}">
                <a16:creationId xmlns:a16="http://schemas.microsoft.com/office/drawing/2014/main" id="{DDD99CB5-63A6-D4DC-F68C-3B2E08E73851}"/>
              </a:ext>
            </a:extLst>
          </p:cNvPr>
          <p:cNvCxnSpPr>
            <a:cxnSpLocks/>
          </p:cNvCxnSpPr>
          <p:nvPr/>
        </p:nvCxnSpPr>
        <p:spPr>
          <a:xfrm>
            <a:off x="3460915" y="4678770"/>
            <a:ext cx="0" cy="33955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06" name="Oval 205">
            <a:extLst>
              <a:ext uri="{FF2B5EF4-FFF2-40B4-BE49-F238E27FC236}">
                <a16:creationId xmlns:a16="http://schemas.microsoft.com/office/drawing/2014/main" id="{679DFEF1-451C-3DC1-BB52-08BCA72E908F}"/>
              </a:ext>
            </a:extLst>
          </p:cNvPr>
          <p:cNvSpPr/>
          <p:nvPr/>
        </p:nvSpPr>
        <p:spPr>
          <a:xfrm>
            <a:off x="4463421" y="4260584"/>
            <a:ext cx="428617" cy="428617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7" name="Oval 206">
            <a:extLst>
              <a:ext uri="{FF2B5EF4-FFF2-40B4-BE49-F238E27FC236}">
                <a16:creationId xmlns:a16="http://schemas.microsoft.com/office/drawing/2014/main" id="{D5794FBD-431F-148A-EC67-08C01B9CB780}"/>
              </a:ext>
            </a:extLst>
          </p:cNvPr>
          <p:cNvSpPr/>
          <p:nvPr/>
        </p:nvSpPr>
        <p:spPr>
          <a:xfrm>
            <a:off x="2109299" y="3480771"/>
            <a:ext cx="428617" cy="428617"/>
          </a:xfrm>
          <a:prstGeom prst="ellipse">
            <a:avLst/>
          </a:prstGeom>
          <a:solidFill>
            <a:schemeClr val="tx2">
              <a:lumMod val="25000"/>
              <a:lumOff val="7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8" name="Oval 207">
            <a:extLst>
              <a:ext uri="{FF2B5EF4-FFF2-40B4-BE49-F238E27FC236}">
                <a16:creationId xmlns:a16="http://schemas.microsoft.com/office/drawing/2014/main" id="{ADB45A6A-B492-D7BA-8887-28D28E228D7C}"/>
              </a:ext>
            </a:extLst>
          </p:cNvPr>
          <p:cNvSpPr/>
          <p:nvPr/>
        </p:nvSpPr>
        <p:spPr>
          <a:xfrm>
            <a:off x="2105995" y="4238503"/>
            <a:ext cx="428617" cy="428617"/>
          </a:xfrm>
          <a:prstGeom prst="ellipse">
            <a:avLst/>
          </a:prstGeom>
          <a:solidFill>
            <a:schemeClr val="tx2">
              <a:lumMod val="25000"/>
              <a:lumOff val="7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10" name="Curved Connector 209">
            <a:extLst>
              <a:ext uri="{FF2B5EF4-FFF2-40B4-BE49-F238E27FC236}">
                <a16:creationId xmlns:a16="http://schemas.microsoft.com/office/drawing/2014/main" id="{9116F0F8-5A91-C320-A4A8-C32C93269E3C}"/>
              </a:ext>
            </a:extLst>
          </p:cNvPr>
          <p:cNvCxnSpPr>
            <a:cxnSpLocks/>
            <a:stCxn id="196" idx="2"/>
            <a:endCxn id="194" idx="2"/>
          </p:cNvCxnSpPr>
          <p:nvPr/>
        </p:nvCxnSpPr>
        <p:spPr>
          <a:xfrm rot="10800000" flipH="1">
            <a:off x="3245397" y="3690056"/>
            <a:ext cx="1825" cy="1548815"/>
          </a:xfrm>
          <a:prstGeom prst="curvedConnector3">
            <a:avLst>
              <a:gd name="adj1" fmla="val -18573041"/>
            </a:avLst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11" name="Curved Connector 210">
            <a:extLst>
              <a:ext uri="{FF2B5EF4-FFF2-40B4-BE49-F238E27FC236}">
                <a16:creationId xmlns:a16="http://schemas.microsoft.com/office/drawing/2014/main" id="{813E4402-D62D-5B23-222C-0C24CCB42B1F}"/>
              </a:ext>
            </a:extLst>
          </p:cNvPr>
          <p:cNvCxnSpPr>
            <a:cxnSpLocks/>
            <a:stCxn id="206" idx="0"/>
            <a:endCxn id="193" idx="6"/>
          </p:cNvCxnSpPr>
          <p:nvPr/>
        </p:nvCxnSpPr>
        <p:spPr>
          <a:xfrm rot="16200000" flipV="1">
            <a:off x="3506821" y="3089674"/>
            <a:ext cx="1338699" cy="1003121"/>
          </a:xfrm>
          <a:prstGeom prst="curvedConnector2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24" name="Curved Connector 223">
            <a:extLst>
              <a:ext uri="{FF2B5EF4-FFF2-40B4-BE49-F238E27FC236}">
                <a16:creationId xmlns:a16="http://schemas.microsoft.com/office/drawing/2014/main" id="{22539F03-8922-455E-2A5B-88E9A2BE2E10}"/>
              </a:ext>
            </a:extLst>
          </p:cNvPr>
          <p:cNvCxnSpPr>
            <a:cxnSpLocks/>
            <a:stCxn id="193" idx="2"/>
            <a:endCxn id="207" idx="0"/>
          </p:cNvCxnSpPr>
          <p:nvPr/>
        </p:nvCxnSpPr>
        <p:spPr>
          <a:xfrm rot="10800000" flipV="1">
            <a:off x="2323609" y="2921885"/>
            <a:ext cx="922385" cy="558886"/>
          </a:xfrm>
          <a:prstGeom prst="curvedConnector2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28" name="Straight Arrow Connector 227">
            <a:extLst>
              <a:ext uri="{FF2B5EF4-FFF2-40B4-BE49-F238E27FC236}">
                <a16:creationId xmlns:a16="http://schemas.microsoft.com/office/drawing/2014/main" id="{2CDD68B7-A94B-2451-9DCD-080E24B8C755}"/>
              </a:ext>
            </a:extLst>
          </p:cNvPr>
          <p:cNvCxnSpPr>
            <a:cxnSpLocks/>
            <a:stCxn id="207" idx="4"/>
            <a:endCxn id="208" idx="0"/>
          </p:cNvCxnSpPr>
          <p:nvPr/>
        </p:nvCxnSpPr>
        <p:spPr>
          <a:xfrm flipH="1">
            <a:off x="2320303" y="3909387"/>
            <a:ext cx="3304" cy="32911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45" name="TextBox 244">
            <a:extLst>
              <a:ext uri="{FF2B5EF4-FFF2-40B4-BE49-F238E27FC236}">
                <a16:creationId xmlns:a16="http://schemas.microsoft.com/office/drawing/2014/main" id="{18C093CF-6512-B6EE-F5FE-7317BCDF8483}"/>
              </a:ext>
            </a:extLst>
          </p:cNvPr>
          <p:cNvSpPr txBox="1"/>
          <p:nvPr/>
        </p:nvSpPr>
        <p:spPr>
          <a:xfrm>
            <a:off x="3269367" y="1227877"/>
            <a:ext cx="3834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It</a:t>
            </a:r>
          </a:p>
        </p:txBody>
      </p:sp>
      <p:sp>
        <p:nvSpPr>
          <p:cNvPr id="247" name="TextBox 246">
            <a:extLst>
              <a:ext uri="{FF2B5EF4-FFF2-40B4-BE49-F238E27FC236}">
                <a16:creationId xmlns:a16="http://schemas.microsoft.com/office/drawing/2014/main" id="{9E8793CA-0751-8DFA-B792-77FD93A2FAE0}"/>
              </a:ext>
            </a:extLst>
          </p:cNvPr>
          <p:cNvSpPr txBox="1"/>
          <p:nvPr/>
        </p:nvSpPr>
        <p:spPr>
          <a:xfrm>
            <a:off x="3265212" y="1999826"/>
            <a:ext cx="3834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is</a:t>
            </a:r>
          </a:p>
        </p:txBody>
      </p:sp>
      <p:sp>
        <p:nvSpPr>
          <p:cNvPr id="248" name="TextBox 247">
            <a:extLst>
              <a:ext uri="{FF2B5EF4-FFF2-40B4-BE49-F238E27FC236}">
                <a16:creationId xmlns:a16="http://schemas.microsoft.com/office/drawing/2014/main" id="{997AABCA-9F65-9A61-E12C-77640FF5B074}"/>
              </a:ext>
            </a:extLst>
          </p:cNvPr>
          <p:cNvSpPr txBox="1"/>
          <p:nvPr/>
        </p:nvSpPr>
        <p:spPr>
          <a:xfrm>
            <a:off x="3322159" y="2765011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</a:t>
            </a:r>
          </a:p>
        </p:txBody>
      </p:sp>
      <p:sp>
        <p:nvSpPr>
          <p:cNvPr id="252" name="TextBox 251">
            <a:extLst>
              <a:ext uri="{FF2B5EF4-FFF2-40B4-BE49-F238E27FC236}">
                <a16:creationId xmlns:a16="http://schemas.microsoft.com/office/drawing/2014/main" id="{76584ABF-8977-750C-1C95-F00BE14D5D47}"/>
              </a:ext>
            </a:extLst>
          </p:cNvPr>
          <p:cNvSpPr txBox="1"/>
          <p:nvPr/>
        </p:nvSpPr>
        <p:spPr>
          <a:xfrm>
            <a:off x="3165825" y="4303783"/>
            <a:ext cx="58221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dirty="0" err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rej</a:t>
            </a:r>
            <a:r>
              <a:rPr lang="en-US" sz="14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.</a:t>
            </a:r>
          </a:p>
        </p:txBody>
      </p:sp>
      <p:sp>
        <p:nvSpPr>
          <p:cNvPr id="253" name="TextBox 252">
            <a:extLst>
              <a:ext uri="{FF2B5EF4-FFF2-40B4-BE49-F238E27FC236}">
                <a16:creationId xmlns:a16="http://schemas.microsoft.com/office/drawing/2014/main" id="{63131451-C2FE-86E4-EDD9-C17F8ADBACC1}"/>
              </a:ext>
            </a:extLst>
          </p:cNvPr>
          <p:cNvSpPr txBox="1"/>
          <p:nvPr/>
        </p:nvSpPr>
        <p:spPr>
          <a:xfrm>
            <a:off x="2029197" y="3535292"/>
            <a:ext cx="58221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str.</a:t>
            </a:r>
          </a:p>
        </p:txBody>
      </p:sp>
      <p:sp>
        <p:nvSpPr>
          <p:cNvPr id="254" name="TextBox 253">
            <a:extLst>
              <a:ext uri="{FF2B5EF4-FFF2-40B4-BE49-F238E27FC236}">
                <a16:creationId xmlns:a16="http://schemas.microsoft.com/office/drawing/2014/main" id="{0BCAEEB4-4FFA-21E1-94DD-E2F3C0462860}"/>
              </a:ext>
            </a:extLst>
          </p:cNvPr>
          <p:cNvSpPr txBox="1"/>
          <p:nvPr/>
        </p:nvSpPr>
        <p:spPr>
          <a:xfrm>
            <a:off x="2029197" y="4292823"/>
            <a:ext cx="58221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acc.</a:t>
            </a:r>
          </a:p>
        </p:txBody>
      </p:sp>
      <p:sp>
        <p:nvSpPr>
          <p:cNvPr id="258" name="Down Arrow 257">
            <a:extLst>
              <a:ext uri="{FF2B5EF4-FFF2-40B4-BE49-F238E27FC236}">
                <a16:creationId xmlns:a16="http://schemas.microsoft.com/office/drawing/2014/main" id="{4FC2BCE1-7345-5DC9-9C91-53600C4253F5}"/>
              </a:ext>
            </a:extLst>
          </p:cNvPr>
          <p:cNvSpPr/>
          <p:nvPr/>
        </p:nvSpPr>
        <p:spPr>
          <a:xfrm>
            <a:off x="2222686" y="4973782"/>
            <a:ext cx="194896" cy="485775"/>
          </a:xfrm>
          <a:prstGeom prst="downArrow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59" name="TextBox 258">
            <a:extLst>
              <a:ext uri="{FF2B5EF4-FFF2-40B4-BE49-F238E27FC236}">
                <a16:creationId xmlns:a16="http://schemas.microsoft.com/office/drawing/2014/main" id="{4004ACBD-A223-71BC-A19E-908423E1EB5B}"/>
              </a:ext>
            </a:extLst>
          </p:cNvPr>
          <p:cNvSpPr txBox="1"/>
          <p:nvPr/>
        </p:nvSpPr>
        <p:spPr>
          <a:xfrm>
            <a:off x="3495198" y="1606094"/>
            <a:ext cx="36420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①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0" name="TextBox 259">
            <a:extLst>
              <a:ext uri="{FF2B5EF4-FFF2-40B4-BE49-F238E27FC236}">
                <a16:creationId xmlns:a16="http://schemas.microsoft.com/office/drawing/2014/main" id="{6168B02F-87BF-765C-FCBE-7F8D4679DC86}"/>
              </a:ext>
            </a:extLst>
          </p:cNvPr>
          <p:cNvSpPr txBox="1"/>
          <p:nvPr/>
        </p:nvSpPr>
        <p:spPr>
          <a:xfrm>
            <a:off x="3491914" y="2378453"/>
            <a:ext cx="36420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②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1" name="TextBox 260">
            <a:extLst>
              <a:ext uri="{FF2B5EF4-FFF2-40B4-BE49-F238E27FC236}">
                <a16:creationId xmlns:a16="http://schemas.microsoft.com/office/drawing/2014/main" id="{127D829D-A905-0D9F-314C-736501E245E9}"/>
              </a:ext>
            </a:extLst>
          </p:cNvPr>
          <p:cNvSpPr txBox="1"/>
          <p:nvPr/>
        </p:nvSpPr>
        <p:spPr>
          <a:xfrm>
            <a:off x="3491280" y="3144373"/>
            <a:ext cx="36420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③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2" name="TextBox 261">
            <a:extLst>
              <a:ext uri="{FF2B5EF4-FFF2-40B4-BE49-F238E27FC236}">
                <a16:creationId xmlns:a16="http://schemas.microsoft.com/office/drawing/2014/main" id="{8ABEEDB1-CB61-1A62-CCF2-33513FF343FD}"/>
              </a:ext>
            </a:extLst>
          </p:cNvPr>
          <p:cNvSpPr txBox="1"/>
          <p:nvPr/>
        </p:nvSpPr>
        <p:spPr>
          <a:xfrm>
            <a:off x="3491914" y="3925221"/>
            <a:ext cx="36420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④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3" name="TextBox 262">
            <a:extLst>
              <a:ext uri="{FF2B5EF4-FFF2-40B4-BE49-F238E27FC236}">
                <a16:creationId xmlns:a16="http://schemas.microsoft.com/office/drawing/2014/main" id="{BC8FE0AE-3C8A-23E0-D0B1-CD78C59F82F8}"/>
              </a:ext>
            </a:extLst>
          </p:cNvPr>
          <p:cNvSpPr txBox="1"/>
          <p:nvPr/>
        </p:nvSpPr>
        <p:spPr>
          <a:xfrm>
            <a:off x="3474281" y="4695275"/>
            <a:ext cx="39946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⑤</a:t>
            </a:r>
          </a:p>
        </p:txBody>
      </p:sp>
      <p:sp>
        <p:nvSpPr>
          <p:cNvPr id="264" name="TextBox 263">
            <a:extLst>
              <a:ext uri="{FF2B5EF4-FFF2-40B4-BE49-F238E27FC236}">
                <a16:creationId xmlns:a16="http://schemas.microsoft.com/office/drawing/2014/main" id="{BEA3BABD-8B2A-DA71-B688-ECA54F729028}"/>
              </a:ext>
            </a:extLst>
          </p:cNvPr>
          <p:cNvSpPr txBox="1"/>
          <p:nvPr/>
        </p:nvSpPr>
        <p:spPr>
          <a:xfrm>
            <a:off x="2623991" y="4697292"/>
            <a:ext cx="36420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⑥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5" name="TextBox 264">
            <a:extLst>
              <a:ext uri="{FF2B5EF4-FFF2-40B4-BE49-F238E27FC236}">
                <a16:creationId xmlns:a16="http://schemas.microsoft.com/office/drawing/2014/main" id="{27B5B4F9-458A-9553-1855-DEDD3551FB17}"/>
              </a:ext>
            </a:extLst>
          </p:cNvPr>
          <p:cNvSpPr txBox="1"/>
          <p:nvPr/>
        </p:nvSpPr>
        <p:spPr>
          <a:xfrm>
            <a:off x="3994684" y="3798225"/>
            <a:ext cx="36420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⑦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6" name="TextBox 265">
            <a:extLst>
              <a:ext uri="{FF2B5EF4-FFF2-40B4-BE49-F238E27FC236}">
                <a16:creationId xmlns:a16="http://schemas.microsoft.com/office/drawing/2014/main" id="{EC79DA1C-A93F-D6DF-B192-13AE3A8C547C}"/>
              </a:ext>
            </a:extLst>
          </p:cNvPr>
          <p:cNvSpPr txBox="1"/>
          <p:nvPr/>
        </p:nvSpPr>
        <p:spPr>
          <a:xfrm>
            <a:off x="4271135" y="2990484"/>
            <a:ext cx="36420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⑧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7" name="TextBox 266">
            <a:extLst>
              <a:ext uri="{FF2B5EF4-FFF2-40B4-BE49-F238E27FC236}">
                <a16:creationId xmlns:a16="http://schemas.microsoft.com/office/drawing/2014/main" id="{B3F58478-73E2-B9F9-09E5-55027CF0298B}"/>
              </a:ext>
            </a:extLst>
          </p:cNvPr>
          <p:cNvSpPr txBox="1"/>
          <p:nvPr/>
        </p:nvSpPr>
        <p:spPr>
          <a:xfrm>
            <a:off x="2602625" y="2998658"/>
            <a:ext cx="36420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⑨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4" name="TextBox 273">
            <a:extLst>
              <a:ext uri="{FF2B5EF4-FFF2-40B4-BE49-F238E27FC236}">
                <a16:creationId xmlns:a16="http://schemas.microsoft.com/office/drawing/2014/main" id="{4124AEE6-CE25-EBBA-BB4F-882D46AB2C5C}"/>
              </a:ext>
            </a:extLst>
          </p:cNvPr>
          <p:cNvSpPr txBox="1"/>
          <p:nvPr/>
        </p:nvSpPr>
        <p:spPr>
          <a:xfrm>
            <a:off x="3172280" y="5084980"/>
            <a:ext cx="58221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&lt;BK&gt;</a:t>
            </a:r>
          </a:p>
        </p:txBody>
      </p:sp>
      <p:cxnSp>
        <p:nvCxnSpPr>
          <p:cNvPr id="276" name="Straight Arrow Connector 275">
            <a:extLst>
              <a:ext uri="{FF2B5EF4-FFF2-40B4-BE49-F238E27FC236}">
                <a16:creationId xmlns:a16="http://schemas.microsoft.com/office/drawing/2014/main" id="{464BAF37-5367-45C9-7DCE-EC386FE2F60D}"/>
              </a:ext>
            </a:extLst>
          </p:cNvPr>
          <p:cNvCxnSpPr>
            <a:cxnSpLocks/>
            <a:stCxn id="194" idx="6"/>
            <a:endCxn id="206" idx="2"/>
          </p:cNvCxnSpPr>
          <p:nvPr/>
        </p:nvCxnSpPr>
        <p:spPr>
          <a:xfrm>
            <a:off x="3675840" y="3690055"/>
            <a:ext cx="787581" cy="78483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81" name="TextBox 280">
            <a:extLst>
              <a:ext uri="{FF2B5EF4-FFF2-40B4-BE49-F238E27FC236}">
                <a16:creationId xmlns:a16="http://schemas.microsoft.com/office/drawing/2014/main" id="{F3A140B0-0A62-BBFE-0510-F26318513D5C}"/>
              </a:ext>
            </a:extLst>
          </p:cNvPr>
          <p:cNvSpPr txBox="1"/>
          <p:nvPr/>
        </p:nvSpPr>
        <p:spPr>
          <a:xfrm>
            <a:off x="4386623" y="4321003"/>
            <a:ext cx="58221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&lt;BK&gt;</a:t>
            </a:r>
          </a:p>
        </p:txBody>
      </p:sp>
      <p:sp>
        <p:nvSpPr>
          <p:cNvPr id="282" name="TextBox 281">
            <a:extLst>
              <a:ext uri="{FF2B5EF4-FFF2-40B4-BE49-F238E27FC236}">
                <a16:creationId xmlns:a16="http://schemas.microsoft.com/office/drawing/2014/main" id="{7D4EC046-AA5F-A625-B1A6-0AF50D0C4998}"/>
              </a:ext>
            </a:extLst>
          </p:cNvPr>
          <p:cNvSpPr txBox="1"/>
          <p:nvPr/>
        </p:nvSpPr>
        <p:spPr>
          <a:xfrm>
            <a:off x="3169195" y="3531725"/>
            <a:ext cx="58221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weak</a:t>
            </a:r>
          </a:p>
        </p:txBody>
      </p:sp>
      <p:sp>
        <p:nvSpPr>
          <p:cNvPr id="285" name="TextBox 284">
            <a:extLst>
              <a:ext uri="{FF2B5EF4-FFF2-40B4-BE49-F238E27FC236}">
                <a16:creationId xmlns:a16="http://schemas.microsoft.com/office/drawing/2014/main" id="{66BBE231-E4FE-3074-D839-B3154F9E6E12}"/>
              </a:ext>
            </a:extLst>
          </p:cNvPr>
          <p:cNvSpPr txBox="1"/>
          <p:nvPr/>
        </p:nvSpPr>
        <p:spPr>
          <a:xfrm>
            <a:off x="2360214" y="3920057"/>
            <a:ext cx="36420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⑩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0378435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2E00DD-A2C7-7EF6-EBAA-59BBFB67E4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" name="Rounded Rectangle 449">
            <a:extLst>
              <a:ext uri="{FF2B5EF4-FFF2-40B4-BE49-F238E27FC236}">
                <a16:creationId xmlns:a16="http://schemas.microsoft.com/office/drawing/2014/main" id="{08FF0B31-7395-E1EA-D3C0-C7637D201E4B}"/>
              </a:ext>
            </a:extLst>
          </p:cNvPr>
          <p:cNvSpPr/>
          <p:nvPr/>
        </p:nvSpPr>
        <p:spPr>
          <a:xfrm>
            <a:off x="860346" y="989428"/>
            <a:ext cx="10343663" cy="1810963"/>
          </a:xfrm>
          <a:prstGeom prst="roundRect">
            <a:avLst>
              <a:gd name="adj" fmla="val 7862"/>
            </a:avLst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04" name="Oval 503">
            <a:extLst>
              <a:ext uri="{FF2B5EF4-FFF2-40B4-BE49-F238E27FC236}">
                <a16:creationId xmlns:a16="http://schemas.microsoft.com/office/drawing/2014/main" id="{DA6C3F08-CC3C-9F6A-54F0-54A133E24D85}"/>
              </a:ext>
            </a:extLst>
          </p:cNvPr>
          <p:cNvSpPr/>
          <p:nvPr/>
        </p:nvSpPr>
        <p:spPr>
          <a:xfrm>
            <a:off x="1867502" y="1681846"/>
            <a:ext cx="428617" cy="428617"/>
          </a:xfrm>
          <a:prstGeom prst="ellipse">
            <a:avLst/>
          </a:prstGeom>
          <a:solidFill>
            <a:schemeClr val="tx2">
              <a:lumMod val="25000"/>
              <a:lumOff val="7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dirty="0">
              <a:solidFill>
                <a:schemeClr val="tx1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505" name="Oval 504">
            <a:extLst>
              <a:ext uri="{FF2B5EF4-FFF2-40B4-BE49-F238E27FC236}">
                <a16:creationId xmlns:a16="http://schemas.microsoft.com/office/drawing/2014/main" id="{EA6C945E-6675-58E2-3C20-9E993BB60909}"/>
              </a:ext>
            </a:extLst>
          </p:cNvPr>
          <p:cNvSpPr/>
          <p:nvPr/>
        </p:nvSpPr>
        <p:spPr>
          <a:xfrm>
            <a:off x="2635671" y="1681846"/>
            <a:ext cx="428617" cy="428617"/>
          </a:xfrm>
          <a:prstGeom prst="ellipse">
            <a:avLst/>
          </a:prstGeom>
          <a:solidFill>
            <a:schemeClr val="tx2">
              <a:lumMod val="25000"/>
              <a:lumOff val="7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6" name="Oval 505">
            <a:extLst>
              <a:ext uri="{FF2B5EF4-FFF2-40B4-BE49-F238E27FC236}">
                <a16:creationId xmlns:a16="http://schemas.microsoft.com/office/drawing/2014/main" id="{734C552C-E258-64F8-E245-FD1E21FA6FEA}"/>
              </a:ext>
            </a:extLst>
          </p:cNvPr>
          <p:cNvSpPr/>
          <p:nvPr/>
        </p:nvSpPr>
        <p:spPr>
          <a:xfrm>
            <a:off x="3403840" y="1683077"/>
            <a:ext cx="428617" cy="428617"/>
          </a:xfrm>
          <a:prstGeom prst="ellipse">
            <a:avLst/>
          </a:prstGeom>
          <a:solidFill>
            <a:schemeClr val="tx2">
              <a:lumMod val="25000"/>
              <a:lumOff val="7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7" name="Oval 506">
            <a:extLst>
              <a:ext uri="{FF2B5EF4-FFF2-40B4-BE49-F238E27FC236}">
                <a16:creationId xmlns:a16="http://schemas.microsoft.com/office/drawing/2014/main" id="{B49795E7-C596-93A5-D11E-B2EC9BFB61C9}"/>
              </a:ext>
            </a:extLst>
          </p:cNvPr>
          <p:cNvSpPr/>
          <p:nvPr/>
        </p:nvSpPr>
        <p:spPr>
          <a:xfrm>
            <a:off x="4172010" y="1681846"/>
            <a:ext cx="428617" cy="428617"/>
          </a:xfrm>
          <a:prstGeom prst="ellipse">
            <a:avLst/>
          </a:prstGeom>
          <a:solidFill>
            <a:srgbClr val="FF7E79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8" name="Oval 507">
            <a:extLst>
              <a:ext uri="{FF2B5EF4-FFF2-40B4-BE49-F238E27FC236}">
                <a16:creationId xmlns:a16="http://schemas.microsoft.com/office/drawing/2014/main" id="{CEFC6C25-8AA2-1725-3908-50FB4ED657BB}"/>
              </a:ext>
            </a:extLst>
          </p:cNvPr>
          <p:cNvSpPr/>
          <p:nvPr/>
        </p:nvSpPr>
        <p:spPr>
          <a:xfrm>
            <a:off x="4946417" y="1683671"/>
            <a:ext cx="428617" cy="428617"/>
          </a:xfrm>
          <a:prstGeom prst="ellipse">
            <a:avLst/>
          </a:prstGeom>
          <a:solidFill>
            <a:srgbClr val="FF7E79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9" name="Oval 508">
            <a:extLst>
              <a:ext uri="{FF2B5EF4-FFF2-40B4-BE49-F238E27FC236}">
                <a16:creationId xmlns:a16="http://schemas.microsoft.com/office/drawing/2014/main" id="{38A6FF89-86CA-3C20-7D06-490FDDB3A760}"/>
              </a:ext>
            </a:extLst>
          </p:cNvPr>
          <p:cNvSpPr/>
          <p:nvPr/>
        </p:nvSpPr>
        <p:spPr>
          <a:xfrm>
            <a:off x="5720825" y="1683671"/>
            <a:ext cx="428617" cy="428617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10" name="Straight Arrow Connector 509">
            <a:extLst>
              <a:ext uri="{FF2B5EF4-FFF2-40B4-BE49-F238E27FC236}">
                <a16:creationId xmlns:a16="http://schemas.microsoft.com/office/drawing/2014/main" id="{F187051C-6AC1-F633-D6CC-B1F4D3F3FE30}"/>
              </a:ext>
            </a:extLst>
          </p:cNvPr>
          <p:cNvCxnSpPr>
            <a:cxnSpLocks/>
            <a:endCxn id="505" idx="2"/>
          </p:cNvCxnSpPr>
          <p:nvPr/>
        </p:nvCxnSpPr>
        <p:spPr>
          <a:xfrm>
            <a:off x="2296119" y="1896155"/>
            <a:ext cx="339552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11" name="Straight Arrow Connector 510">
            <a:extLst>
              <a:ext uri="{FF2B5EF4-FFF2-40B4-BE49-F238E27FC236}">
                <a16:creationId xmlns:a16="http://schemas.microsoft.com/office/drawing/2014/main" id="{15335AD1-0A89-6F6B-1E7F-26E993591F25}"/>
              </a:ext>
            </a:extLst>
          </p:cNvPr>
          <p:cNvCxnSpPr>
            <a:cxnSpLocks/>
            <a:stCxn id="505" idx="6"/>
            <a:endCxn id="506" idx="2"/>
          </p:cNvCxnSpPr>
          <p:nvPr/>
        </p:nvCxnSpPr>
        <p:spPr>
          <a:xfrm>
            <a:off x="3064288" y="1896155"/>
            <a:ext cx="339552" cy="123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4" name="Straight Arrow Connector 63">
            <a:extLst>
              <a:ext uri="{FF2B5EF4-FFF2-40B4-BE49-F238E27FC236}">
                <a16:creationId xmlns:a16="http://schemas.microsoft.com/office/drawing/2014/main" id="{A4FD7D76-FB82-CC36-FA52-8F038EC444D8}"/>
              </a:ext>
            </a:extLst>
          </p:cNvPr>
          <p:cNvCxnSpPr>
            <a:cxnSpLocks/>
            <a:stCxn id="506" idx="6"/>
            <a:endCxn id="507" idx="2"/>
          </p:cNvCxnSpPr>
          <p:nvPr/>
        </p:nvCxnSpPr>
        <p:spPr>
          <a:xfrm flipV="1">
            <a:off x="3832457" y="1896155"/>
            <a:ext cx="339553" cy="123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5" name="Straight Arrow Connector 64">
            <a:extLst>
              <a:ext uri="{FF2B5EF4-FFF2-40B4-BE49-F238E27FC236}">
                <a16:creationId xmlns:a16="http://schemas.microsoft.com/office/drawing/2014/main" id="{09E287A7-DAC7-77C3-2753-FDA423A37F3A}"/>
              </a:ext>
            </a:extLst>
          </p:cNvPr>
          <p:cNvCxnSpPr>
            <a:cxnSpLocks/>
            <a:stCxn id="507" idx="6"/>
            <a:endCxn id="508" idx="2"/>
          </p:cNvCxnSpPr>
          <p:nvPr/>
        </p:nvCxnSpPr>
        <p:spPr>
          <a:xfrm>
            <a:off x="4600627" y="1896155"/>
            <a:ext cx="345790" cy="182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6" name="Straight Arrow Connector 65">
            <a:extLst>
              <a:ext uri="{FF2B5EF4-FFF2-40B4-BE49-F238E27FC236}">
                <a16:creationId xmlns:a16="http://schemas.microsoft.com/office/drawing/2014/main" id="{E5C771B6-446A-37B4-92A1-333BD3469D2D}"/>
              </a:ext>
            </a:extLst>
          </p:cNvPr>
          <p:cNvCxnSpPr>
            <a:cxnSpLocks/>
            <a:stCxn id="508" idx="6"/>
            <a:endCxn id="509" idx="2"/>
          </p:cNvCxnSpPr>
          <p:nvPr/>
        </p:nvCxnSpPr>
        <p:spPr>
          <a:xfrm>
            <a:off x="5375034" y="1897980"/>
            <a:ext cx="345791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67" name="Oval 66">
            <a:extLst>
              <a:ext uri="{FF2B5EF4-FFF2-40B4-BE49-F238E27FC236}">
                <a16:creationId xmlns:a16="http://schemas.microsoft.com/office/drawing/2014/main" id="{EA0082B2-E6B9-CCC0-D06F-EBAF13111D52}"/>
              </a:ext>
            </a:extLst>
          </p:cNvPr>
          <p:cNvSpPr/>
          <p:nvPr/>
        </p:nvSpPr>
        <p:spPr>
          <a:xfrm>
            <a:off x="6502022" y="1679192"/>
            <a:ext cx="428617" cy="428617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8" name="Oval 67">
            <a:extLst>
              <a:ext uri="{FF2B5EF4-FFF2-40B4-BE49-F238E27FC236}">
                <a16:creationId xmlns:a16="http://schemas.microsoft.com/office/drawing/2014/main" id="{E774ECFD-20F2-EB61-4D68-F194FCBF8C19}"/>
              </a:ext>
            </a:extLst>
          </p:cNvPr>
          <p:cNvSpPr/>
          <p:nvPr/>
        </p:nvSpPr>
        <p:spPr>
          <a:xfrm>
            <a:off x="7331077" y="1675888"/>
            <a:ext cx="428617" cy="428617"/>
          </a:xfrm>
          <a:prstGeom prst="ellipse">
            <a:avLst/>
          </a:prstGeom>
          <a:solidFill>
            <a:schemeClr val="tx2">
              <a:lumMod val="25000"/>
              <a:lumOff val="7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9" name="Oval 68">
            <a:extLst>
              <a:ext uri="{FF2B5EF4-FFF2-40B4-BE49-F238E27FC236}">
                <a16:creationId xmlns:a16="http://schemas.microsoft.com/office/drawing/2014/main" id="{48743A41-4D84-090F-5DBA-C771679481E7}"/>
              </a:ext>
            </a:extLst>
          </p:cNvPr>
          <p:cNvSpPr/>
          <p:nvPr/>
        </p:nvSpPr>
        <p:spPr>
          <a:xfrm>
            <a:off x="8088809" y="1679192"/>
            <a:ext cx="428617" cy="428617"/>
          </a:xfrm>
          <a:prstGeom prst="ellipse">
            <a:avLst/>
          </a:prstGeom>
          <a:solidFill>
            <a:schemeClr val="tx2">
              <a:lumMod val="25000"/>
              <a:lumOff val="7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0" name="Straight Arrow Connector 69">
            <a:extLst>
              <a:ext uri="{FF2B5EF4-FFF2-40B4-BE49-F238E27FC236}">
                <a16:creationId xmlns:a16="http://schemas.microsoft.com/office/drawing/2014/main" id="{8495B372-8ACA-4C54-C06A-8283FDCF770A}"/>
              </a:ext>
            </a:extLst>
          </p:cNvPr>
          <p:cNvCxnSpPr>
            <a:cxnSpLocks/>
            <a:stCxn id="68" idx="6"/>
            <a:endCxn id="69" idx="2"/>
          </p:cNvCxnSpPr>
          <p:nvPr/>
        </p:nvCxnSpPr>
        <p:spPr>
          <a:xfrm>
            <a:off x="7759694" y="1890197"/>
            <a:ext cx="329115" cy="330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71" name="TextBox 70">
            <a:extLst>
              <a:ext uri="{FF2B5EF4-FFF2-40B4-BE49-F238E27FC236}">
                <a16:creationId xmlns:a16="http://schemas.microsoft.com/office/drawing/2014/main" id="{0612506B-1F80-664C-78A2-C2B129FE6CFE}"/>
              </a:ext>
            </a:extLst>
          </p:cNvPr>
          <p:cNvSpPr txBox="1"/>
          <p:nvPr/>
        </p:nvSpPr>
        <p:spPr>
          <a:xfrm>
            <a:off x="1886311" y="1742712"/>
            <a:ext cx="3834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It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8E447851-C57D-29CD-543B-DB16EFCBA8A3}"/>
              </a:ext>
            </a:extLst>
          </p:cNvPr>
          <p:cNvSpPr txBox="1"/>
          <p:nvPr/>
        </p:nvSpPr>
        <p:spPr>
          <a:xfrm>
            <a:off x="2658260" y="1746867"/>
            <a:ext cx="3834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is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185F366C-244D-C0D3-F1FA-BF496794F99F}"/>
              </a:ext>
            </a:extLst>
          </p:cNvPr>
          <p:cNvSpPr txBox="1"/>
          <p:nvPr/>
        </p:nvSpPr>
        <p:spPr>
          <a:xfrm>
            <a:off x="3473138" y="1739613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D7DEDDA1-4955-AA63-0FF4-22001C834465}"/>
              </a:ext>
            </a:extLst>
          </p:cNvPr>
          <p:cNvSpPr txBox="1"/>
          <p:nvPr/>
        </p:nvSpPr>
        <p:spPr>
          <a:xfrm>
            <a:off x="2274146" y="1526499"/>
            <a:ext cx="36420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①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A94BE914-5E43-6B42-6989-1115FC379269}"/>
              </a:ext>
            </a:extLst>
          </p:cNvPr>
          <p:cNvSpPr txBox="1"/>
          <p:nvPr/>
        </p:nvSpPr>
        <p:spPr>
          <a:xfrm>
            <a:off x="3046505" y="1529783"/>
            <a:ext cx="36420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②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DE10DCD5-0934-6224-0471-444202957686}"/>
              </a:ext>
            </a:extLst>
          </p:cNvPr>
          <p:cNvSpPr txBox="1"/>
          <p:nvPr/>
        </p:nvSpPr>
        <p:spPr>
          <a:xfrm>
            <a:off x="3812425" y="1530417"/>
            <a:ext cx="36420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③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E4A1F034-5284-3B50-B792-8B9319FF42F3}"/>
              </a:ext>
            </a:extLst>
          </p:cNvPr>
          <p:cNvSpPr txBox="1"/>
          <p:nvPr/>
        </p:nvSpPr>
        <p:spPr>
          <a:xfrm>
            <a:off x="4593273" y="1529782"/>
            <a:ext cx="36420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④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6528ED8E-A3E0-768E-D5A2-688039904CC9}"/>
              </a:ext>
            </a:extLst>
          </p:cNvPr>
          <p:cNvSpPr txBox="1"/>
          <p:nvPr/>
        </p:nvSpPr>
        <p:spPr>
          <a:xfrm>
            <a:off x="5345694" y="1529782"/>
            <a:ext cx="39946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⑤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1841A483-9B10-217A-177C-01B2F1096019}"/>
              </a:ext>
            </a:extLst>
          </p:cNvPr>
          <p:cNvSpPr txBox="1"/>
          <p:nvPr/>
        </p:nvSpPr>
        <p:spPr>
          <a:xfrm>
            <a:off x="5935132" y="2112288"/>
            <a:ext cx="36420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⑥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0E02BA6F-18D9-386E-B515-309DADF36497}"/>
              </a:ext>
            </a:extLst>
          </p:cNvPr>
          <p:cNvSpPr txBox="1"/>
          <p:nvPr/>
        </p:nvSpPr>
        <p:spPr>
          <a:xfrm>
            <a:off x="4077932" y="1229926"/>
            <a:ext cx="36420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⑦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3AB9D482-A1BB-413A-3C87-3F01D3F6B522}"/>
              </a:ext>
            </a:extLst>
          </p:cNvPr>
          <p:cNvSpPr txBox="1"/>
          <p:nvPr/>
        </p:nvSpPr>
        <p:spPr>
          <a:xfrm>
            <a:off x="6703301" y="2104505"/>
            <a:ext cx="36420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⑧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3308A90A-653A-AD1B-9345-FD48B04E4608}"/>
              </a:ext>
            </a:extLst>
          </p:cNvPr>
          <p:cNvSpPr txBox="1"/>
          <p:nvPr/>
        </p:nvSpPr>
        <p:spPr>
          <a:xfrm>
            <a:off x="3261544" y="1143147"/>
            <a:ext cx="36420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⑨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F7F9A159-72F7-6854-166A-B331F05FD8E5}"/>
              </a:ext>
            </a:extLst>
          </p:cNvPr>
          <p:cNvSpPr txBox="1"/>
          <p:nvPr/>
        </p:nvSpPr>
        <p:spPr>
          <a:xfrm>
            <a:off x="7747027" y="1530417"/>
            <a:ext cx="36420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⑩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63C6C68F-71C6-47A9-6425-AD156BECF6E2}"/>
              </a:ext>
            </a:extLst>
          </p:cNvPr>
          <p:cNvSpPr txBox="1"/>
          <p:nvPr/>
        </p:nvSpPr>
        <p:spPr>
          <a:xfrm>
            <a:off x="4090772" y="1743497"/>
            <a:ext cx="58221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weak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B5133180-23B9-709C-37FB-798A26DEF309}"/>
              </a:ext>
            </a:extLst>
          </p:cNvPr>
          <p:cNvSpPr txBox="1"/>
          <p:nvPr/>
        </p:nvSpPr>
        <p:spPr>
          <a:xfrm>
            <a:off x="4862830" y="1746867"/>
            <a:ext cx="58221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dirty="0" err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rej</a:t>
            </a:r>
            <a:r>
              <a:rPr lang="en-US" sz="14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.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AA9048B3-4F1D-5C3E-47C7-92EC5EECED24}"/>
              </a:ext>
            </a:extLst>
          </p:cNvPr>
          <p:cNvSpPr txBox="1"/>
          <p:nvPr/>
        </p:nvSpPr>
        <p:spPr>
          <a:xfrm>
            <a:off x="5644027" y="1740412"/>
            <a:ext cx="58221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&lt;BK&gt;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1B427DF3-9A34-3F11-A825-6967F6CB1428}"/>
              </a:ext>
            </a:extLst>
          </p:cNvPr>
          <p:cNvSpPr txBox="1"/>
          <p:nvPr/>
        </p:nvSpPr>
        <p:spPr>
          <a:xfrm>
            <a:off x="6425224" y="1739613"/>
            <a:ext cx="58221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&lt;BK&gt;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914CBBAC-BDED-7986-3C59-0DCAB1F812ED}"/>
              </a:ext>
            </a:extLst>
          </p:cNvPr>
          <p:cNvSpPr txBox="1"/>
          <p:nvPr/>
        </p:nvSpPr>
        <p:spPr>
          <a:xfrm>
            <a:off x="7248381" y="1739613"/>
            <a:ext cx="58221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str.</a:t>
            </a: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E77B588B-FA0D-079F-F0FE-3DCC85C4AB18}"/>
              </a:ext>
            </a:extLst>
          </p:cNvPr>
          <p:cNvSpPr txBox="1"/>
          <p:nvPr/>
        </p:nvSpPr>
        <p:spPr>
          <a:xfrm>
            <a:off x="8005912" y="1739613"/>
            <a:ext cx="58221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acc.</a:t>
            </a:r>
          </a:p>
        </p:txBody>
      </p:sp>
      <p:cxnSp>
        <p:nvCxnSpPr>
          <p:cNvPr id="90" name="Elbow Connector 89">
            <a:extLst>
              <a:ext uri="{FF2B5EF4-FFF2-40B4-BE49-F238E27FC236}">
                <a16:creationId xmlns:a16="http://schemas.microsoft.com/office/drawing/2014/main" id="{0FECDFC5-72C6-0AFE-F1FE-F0536D878BDF}"/>
              </a:ext>
            </a:extLst>
          </p:cNvPr>
          <p:cNvCxnSpPr>
            <a:cxnSpLocks/>
            <a:stCxn id="507" idx="0"/>
            <a:endCxn id="67" idx="0"/>
          </p:cNvCxnSpPr>
          <p:nvPr/>
        </p:nvCxnSpPr>
        <p:spPr>
          <a:xfrm rot="5400000" flipH="1" flipV="1">
            <a:off x="5549998" y="515513"/>
            <a:ext cx="2654" cy="2330012"/>
          </a:xfrm>
          <a:prstGeom prst="bentConnector3">
            <a:avLst>
              <a:gd name="adj1" fmla="val 8713414"/>
            </a:avLst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Elbow Connector 90">
            <a:extLst>
              <a:ext uri="{FF2B5EF4-FFF2-40B4-BE49-F238E27FC236}">
                <a16:creationId xmlns:a16="http://schemas.microsoft.com/office/drawing/2014/main" id="{E9EE86EC-6966-AF3C-4014-1F0D6724BBFE}"/>
              </a:ext>
            </a:extLst>
          </p:cNvPr>
          <p:cNvCxnSpPr>
            <a:cxnSpLocks/>
            <a:stCxn id="509" idx="4"/>
            <a:endCxn id="507" idx="4"/>
          </p:cNvCxnSpPr>
          <p:nvPr/>
        </p:nvCxnSpPr>
        <p:spPr>
          <a:xfrm rot="5400000" flipH="1">
            <a:off x="5159814" y="1336969"/>
            <a:ext cx="1825" cy="1548815"/>
          </a:xfrm>
          <a:prstGeom prst="bentConnector3">
            <a:avLst>
              <a:gd name="adj1" fmla="val -12526027"/>
            </a:avLst>
          </a:prstGeom>
          <a:ln>
            <a:solidFill>
              <a:schemeClr val="accent2">
                <a:lumMod val="60000"/>
                <a:lumOff val="4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Elbow Connector 91">
            <a:extLst>
              <a:ext uri="{FF2B5EF4-FFF2-40B4-BE49-F238E27FC236}">
                <a16:creationId xmlns:a16="http://schemas.microsoft.com/office/drawing/2014/main" id="{09F4C479-4BDF-858B-6688-EBD498A498A4}"/>
              </a:ext>
            </a:extLst>
          </p:cNvPr>
          <p:cNvCxnSpPr>
            <a:cxnSpLocks/>
            <a:stCxn id="506" idx="0"/>
            <a:endCxn id="68" idx="0"/>
          </p:cNvCxnSpPr>
          <p:nvPr/>
        </p:nvCxnSpPr>
        <p:spPr>
          <a:xfrm rot="5400000" flipH="1" flipV="1">
            <a:off x="5578173" y="-284135"/>
            <a:ext cx="7189" cy="3927237"/>
          </a:xfrm>
          <a:prstGeom prst="bentConnector3">
            <a:avLst>
              <a:gd name="adj1" fmla="val 6459716"/>
            </a:avLst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Elbow Connector 92">
            <a:extLst>
              <a:ext uri="{FF2B5EF4-FFF2-40B4-BE49-F238E27FC236}">
                <a16:creationId xmlns:a16="http://schemas.microsoft.com/office/drawing/2014/main" id="{199D8F25-F727-0DEA-5E6C-A18E2ED92499}"/>
              </a:ext>
            </a:extLst>
          </p:cNvPr>
          <p:cNvCxnSpPr>
            <a:cxnSpLocks/>
            <a:stCxn id="67" idx="4"/>
            <a:endCxn id="506" idx="4"/>
          </p:cNvCxnSpPr>
          <p:nvPr/>
        </p:nvCxnSpPr>
        <p:spPr>
          <a:xfrm rot="5400000">
            <a:off x="5165298" y="560660"/>
            <a:ext cx="3885" cy="3098182"/>
          </a:xfrm>
          <a:prstGeom prst="bentConnector3">
            <a:avLst>
              <a:gd name="adj1" fmla="val 12148494"/>
            </a:avLst>
          </a:prstGeom>
          <a:ln>
            <a:solidFill>
              <a:schemeClr val="accent2">
                <a:lumMod val="60000"/>
                <a:lumOff val="4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94" name="Table 93">
            <a:extLst>
              <a:ext uri="{FF2B5EF4-FFF2-40B4-BE49-F238E27FC236}">
                <a16:creationId xmlns:a16="http://schemas.microsoft.com/office/drawing/2014/main" id="{0C37455C-1D4D-C5CA-9FC4-770822B9D8B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17970457"/>
              </p:ext>
            </p:extLst>
          </p:nvPr>
        </p:nvGraphicFramePr>
        <p:xfrm>
          <a:off x="9589911" y="1248900"/>
          <a:ext cx="685332" cy="1295400"/>
        </p:xfrm>
        <a:graphic>
          <a:graphicData uri="http://schemas.openxmlformats.org/drawingml/2006/table">
            <a:tbl>
              <a:tblPr>
                <a:effectLst/>
                <a:tableStyleId>{5C22544A-7EE6-4342-B048-85BDC9FD1C3A}</a:tableStyleId>
              </a:tblPr>
              <a:tblGrid>
                <a:gridCol w="685332">
                  <a:extLst>
                    <a:ext uri="{9D8B030D-6E8A-4147-A177-3AD203B41FA5}">
                      <a16:colId xmlns:a16="http://schemas.microsoft.com/office/drawing/2014/main" val="1125551485"/>
                    </a:ext>
                  </a:extLst>
                </a:gridCol>
              </a:tblGrid>
              <a:tr h="182880"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It</a:t>
                      </a: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23596755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is</a:t>
                      </a: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3416003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a</a:t>
                      </a: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6570304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strong</a:t>
                      </a: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29994951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accept</a:t>
                      </a: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59578594"/>
                  </a:ext>
                </a:extLst>
              </a:tr>
            </a:tbl>
          </a:graphicData>
        </a:graphic>
      </p:graphicFrame>
      <p:sp>
        <p:nvSpPr>
          <p:cNvPr id="95" name="Right Arrow 94">
            <a:extLst>
              <a:ext uri="{FF2B5EF4-FFF2-40B4-BE49-F238E27FC236}">
                <a16:creationId xmlns:a16="http://schemas.microsoft.com/office/drawing/2014/main" id="{F304BC0A-8F47-69DB-4E44-6B9DCA1C2F76}"/>
              </a:ext>
            </a:extLst>
          </p:cNvPr>
          <p:cNvSpPr/>
          <p:nvPr/>
        </p:nvSpPr>
        <p:spPr>
          <a:xfrm>
            <a:off x="8846340" y="1789040"/>
            <a:ext cx="330521" cy="230748"/>
          </a:xfrm>
          <a:prstGeom prst="rightArrow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7900074-3D95-8F9B-67B9-6A88F578D2E9}"/>
              </a:ext>
            </a:extLst>
          </p:cNvPr>
          <p:cNvSpPr txBox="1"/>
          <p:nvPr/>
        </p:nvSpPr>
        <p:spPr>
          <a:xfrm>
            <a:off x="1867502" y="658411"/>
            <a:ext cx="832935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(a) Non-Mono</a:t>
            </a:r>
          </a:p>
        </p:txBody>
      </p:sp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8DF17A88-7DC2-1FDE-076E-D18184904725}"/>
              </a:ext>
            </a:extLst>
          </p:cNvPr>
          <p:cNvSpPr/>
          <p:nvPr/>
        </p:nvSpPr>
        <p:spPr>
          <a:xfrm>
            <a:off x="7674686" y="3428247"/>
            <a:ext cx="3529323" cy="2843201"/>
          </a:xfrm>
          <a:prstGeom prst="roundRect">
            <a:avLst>
              <a:gd name="adj" fmla="val 7862"/>
            </a:avLst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F5177A1D-A94C-9570-EC54-A3799EC17827}"/>
              </a:ext>
            </a:extLst>
          </p:cNvPr>
          <p:cNvSpPr/>
          <p:nvPr/>
        </p:nvSpPr>
        <p:spPr>
          <a:xfrm>
            <a:off x="860346" y="3426492"/>
            <a:ext cx="3845147" cy="2843201"/>
          </a:xfrm>
          <a:prstGeom prst="roundRect">
            <a:avLst>
              <a:gd name="adj" fmla="val 7862"/>
            </a:avLst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4512197-C025-0E94-038A-BEEED6B34DF5}"/>
              </a:ext>
            </a:extLst>
          </p:cNvPr>
          <p:cNvSpPr/>
          <p:nvPr/>
        </p:nvSpPr>
        <p:spPr>
          <a:xfrm>
            <a:off x="2474819" y="4033694"/>
            <a:ext cx="273722" cy="274320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FCE6825-7E9F-4635-1053-4F21D5740BA9}"/>
              </a:ext>
            </a:extLst>
          </p:cNvPr>
          <p:cNvSpPr/>
          <p:nvPr/>
        </p:nvSpPr>
        <p:spPr>
          <a:xfrm>
            <a:off x="2751459" y="4033694"/>
            <a:ext cx="273722" cy="274320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D87BA00-9159-7750-E87A-B41413A8DFEC}"/>
              </a:ext>
            </a:extLst>
          </p:cNvPr>
          <p:cNvSpPr/>
          <p:nvPr/>
        </p:nvSpPr>
        <p:spPr>
          <a:xfrm>
            <a:off x="3025181" y="4033694"/>
            <a:ext cx="273722" cy="274320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FF9F73E-54ED-268E-7743-FE5997728659}"/>
              </a:ext>
            </a:extLst>
          </p:cNvPr>
          <p:cNvSpPr/>
          <p:nvPr/>
        </p:nvSpPr>
        <p:spPr>
          <a:xfrm>
            <a:off x="3298903" y="4033694"/>
            <a:ext cx="273722" cy="274320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A1D90AD-258F-3530-E65C-53E8AA7561D3}"/>
              </a:ext>
            </a:extLst>
          </p:cNvPr>
          <p:cNvSpPr/>
          <p:nvPr/>
        </p:nvSpPr>
        <p:spPr>
          <a:xfrm>
            <a:off x="2474819" y="4677227"/>
            <a:ext cx="273722" cy="274320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5CE97FF-DD54-07D7-BE03-34E8ED832309}"/>
              </a:ext>
            </a:extLst>
          </p:cNvPr>
          <p:cNvSpPr/>
          <p:nvPr/>
        </p:nvSpPr>
        <p:spPr>
          <a:xfrm>
            <a:off x="2751459" y="4677227"/>
            <a:ext cx="273722" cy="274320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BE0AE1D-22FD-7906-5D1F-C7B821FC1990}"/>
              </a:ext>
            </a:extLst>
          </p:cNvPr>
          <p:cNvSpPr/>
          <p:nvPr/>
        </p:nvSpPr>
        <p:spPr>
          <a:xfrm>
            <a:off x="3025181" y="4677227"/>
            <a:ext cx="273722" cy="274320"/>
          </a:xfrm>
          <a:prstGeom prst="rect">
            <a:avLst/>
          </a:prstGeom>
          <a:solidFill>
            <a:srgbClr val="FF7E79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FDC2AEF-705A-2C7F-0F37-C3287E703E46}"/>
              </a:ext>
            </a:extLst>
          </p:cNvPr>
          <p:cNvSpPr/>
          <p:nvPr/>
        </p:nvSpPr>
        <p:spPr>
          <a:xfrm>
            <a:off x="3298903" y="4677227"/>
            <a:ext cx="273722" cy="274320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5C3A5CF-8321-ED7D-77D8-D2A8A5E84D03}"/>
              </a:ext>
            </a:extLst>
          </p:cNvPr>
          <p:cNvSpPr/>
          <p:nvPr/>
        </p:nvSpPr>
        <p:spPr>
          <a:xfrm>
            <a:off x="2474819" y="5320761"/>
            <a:ext cx="273722" cy="274320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50432DFD-B4E4-7B7A-F1CE-3651A9475FB7}"/>
              </a:ext>
            </a:extLst>
          </p:cNvPr>
          <p:cNvSpPr/>
          <p:nvPr/>
        </p:nvSpPr>
        <p:spPr>
          <a:xfrm>
            <a:off x="2751459" y="5320761"/>
            <a:ext cx="273722" cy="274320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63BF582A-0ED2-602F-660B-8C6998EBABBA}"/>
              </a:ext>
            </a:extLst>
          </p:cNvPr>
          <p:cNvSpPr/>
          <p:nvPr/>
        </p:nvSpPr>
        <p:spPr>
          <a:xfrm>
            <a:off x="3025181" y="5320761"/>
            <a:ext cx="273722" cy="274320"/>
          </a:xfrm>
          <a:prstGeom prst="rect">
            <a:avLst/>
          </a:prstGeom>
          <a:solidFill>
            <a:srgbClr val="FF7E79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AF6250C9-74EF-1FD5-0F33-D9E404974514}"/>
              </a:ext>
            </a:extLst>
          </p:cNvPr>
          <p:cNvSpPr/>
          <p:nvPr/>
        </p:nvSpPr>
        <p:spPr>
          <a:xfrm>
            <a:off x="3298903" y="5320761"/>
            <a:ext cx="273722" cy="27432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BC75C294-F1C3-27D8-4D23-DBA691E12306}"/>
              </a:ext>
            </a:extLst>
          </p:cNvPr>
          <p:cNvCxnSpPr>
            <a:stCxn id="5" idx="2"/>
            <a:endCxn id="9" idx="0"/>
          </p:cNvCxnSpPr>
          <p:nvPr/>
        </p:nvCxnSpPr>
        <p:spPr>
          <a:xfrm>
            <a:off x="2611680" y="4308014"/>
            <a:ext cx="0" cy="369213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prstDash val="sysDash"/>
            <a:headEnd type="arrow" w="sm" len="sm"/>
            <a:tailEnd type="arrow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F5519D2A-B5CC-605A-658A-05586228D9ED}"/>
              </a:ext>
            </a:extLst>
          </p:cNvPr>
          <p:cNvCxnSpPr>
            <a:cxnSpLocks/>
            <a:stCxn id="6" idx="2"/>
            <a:endCxn id="10" idx="0"/>
          </p:cNvCxnSpPr>
          <p:nvPr/>
        </p:nvCxnSpPr>
        <p:spPr>
          <a:xfrm>
            <a:off x="2888320" y="4308014"/>
            <a:ext cx="0" cy="369213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prstDash val="sysDash"/>
            <a:headEnd type="arrow" w="sm" len="sm"/>
            <a:tailEnd type="arrow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696017D8-C1FF-F084-33E8-D57C004D0CAA}"/>
              </a:ext>
            </a:extLst>
          </p:cNvPr>
          <p:cNvCxnSpPr>
            <a:cxnSpLocks/>
            <a:stCxn id="7" idx="2"/>
            <a:endCxn id="13" idx="0"/>
          </p:cNvCxnSpPr>
          <p:nvPr/>
        </p:nvCxnSpPr>
        <p:spPr>
          <a:xfrm>
            <a:off x="3162042" y="4308014"/>
            <a:ext cx="273722" cy="369213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prstDash val="sysDash"/>
            <a:headEnd type="arrow" w="sm" len="sm"/>
            <a:tailEnd type="arrow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ectangle 21">
            <a:extLst>
              <a:ext uri="{FF2B5EF4-FFF2-40B4-BE49-F238E27FC236}">
                <a16:creationId xmlns:a16="http://schemas.microsoft.com/office/drawing/2014/main" id="{CF4EBB71-5EE4-1959-509A-89BE501C8A0D}"/>
              </a:ext>
            </a:extLst>
          </p:cNvPr>
          <p:cNvSpPr/>
          <p:nvPr/>
        </p:nvSpPr>
        <p:spPr>
          <a:xfrm>
            <a:off x="3574085" y="5320761"/>
            <a:ext cx="273722" cy="274320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E9550840-690A-54EB-265C-82B2B2312C89}"/>
              </a:ext>
            </a:extLst>
          </p:cNvPr>
          <p:cNvSpPr/>
          <p:nvPr/>
        </p:nvSpPr>
        <p:spPr>
          <a:xfrm>
            <a:off x="3847807" y="5320761"/>
            <a:ext cx="273722" cy="274320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ounded Rectangle 25">
            <a:extLst>
              <a:ext uri="{FF2B5EF4-FFF2-40B4-BE49-F238E27FC236}">
                <a16:creationId xmlns:a16="http://schemas.microsoft.com/office/drawing/2014/main" id="{01CBB478-CF03-A5C3-15DA-288388DE271F}"/>
              </a:ext>
            </a:extLst>
          </p:cNvPr>
          <p:cNvSpPr/>
          <p:nvPr/>
        </p:nvSpPr>
        <p:spPr>
          <a:xfrm>
            <a:off x="2433409" y="4632661"/>
            <a:ext cx="630264" cy="371959"/>
          </a:xfrm>
          <a:prstGeom prst="roundRect">
            <a:avLst/>
          </a:prstGeom>
          <a:noFill/>
          <a:ln w="12700">
            <a:solidFill>
              <a:schemeClr val="tx1">
                <a:lumMod val="50000"/>
                <a:lumOff val="50000"/>
              </a:schemeClr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ounded Rectangle 26">
            <a:extLst>
              <a:ext uri="{FF2B5EF4-FFF2-40B4-BE49-F238E27FC236}">
                <a16:creationId xmlns:a16="http://schemas.microsoft.com/office/drawing/2014/main" id="{F21CF889-2214-0201-8663-9A6DC249E4D3}"/>
              </a:ext>
            </a:extLst>
          </p:cNvPr>
          <p:cNvSpPr/>
          <p:nvPr/>
        </p:nvSpPr>
        <p:spPr>
          <a:xfrm>
            <a:off x="2983771" y="3984287"/>
            <a:ext cx="630264" cy="371959"/>
          </a:xfrm>
          <a:prstGeom prst="roundRect">
            <a:avLst/>
          </a:prstGeom>
          <a:noFill/>
          <a:ln w="12700">
            <a:solidFill>
              <a:schemeClr val="tx1">
                <a:lumMod val="50000"/>
                <a:lumOff val="50000"/>
              </a:schemeClr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0" name="Curved Connector 29">
            <a:extLst>
              <a:ext uri="{FF2B5EF4-FFF2-40B4-BE49-F238E27FC236}">
                <a16:creationId xmlns:a16="http://schemas.microsoft.com/office/drawing/2014/main" id="{9A5E262E-977F-0468-001E-B9BECE898E43}"/>
              </a:ext>
            </a:extLst>
          </p:cNvPr>
          <p:cNvCxnSpPr>
            <a:cxnSpLocks/>
            <a:stCxn id="26" idx="2"/>
            <a:endCxn id="32" idx="0"/>
          </p:cNvCxnSpPr>
          <p:nvPr/>
        </p:nvCxnSpPr>
        <p:spPr>
          <a:xfrm rot="5400000">
            <a:off x="2612023" y="5139676"/>
            <a:ext cx="271575" cy="1462"/>
          </a:xfrm>
          <a:prstGeom prst="curvedConnector3">
            <a:avLst>
              <a:gd name="adj1" fmla="val 50000"/>
            </a:avLst>
          </a:prstGeom>
          <a:ln>
            <a:solidFill>
              <a:schemeClr val="tx2">
                <a:lumMod val="25000"/>
                <a:lumOff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urved Connector 30">
            <a:extLst>
              <a:ext uri="{FF2B5EF4-FFF2-40B4-BE49-F238E27FC236}">
                <a16:creationId xmlns:a16="http://schemas.microsoft.com/office/drawing/2014/main" id="{4F459852-A4AD-6463-B300-F9ACEE1F6B38}"/>
              </a:ext>
            </a:extLst>
          </p:cNvPr>
          <p:cNvCxnSpPr>
            <a:cxnSpLocks/>
            <a:stCxn id="27" idx="3"/>
            <a:endCxn id="33" idx="0"/>
          </p:cNvCxnSpPr>
          <p:nvPr/>
        </p:nvCxnSpPr>
        <p:spPr>
          <a:xfrm>
            <a:off x="3614035" y="4170267"/>
            <a:ext cx="233772" cy="1109669"/>
          </a:xfrm>
          <a:prstGeom prst="curvedConnector2">
            <a:avLst/>
          </a:prstGeom>
          <a:ln>
            <a:solidFill>
              <a:schemeClr val="tx2">
                <a:lumMod val="25000"/>
                <a:lumOff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ounded Rectangle 31">
            <a:extLst>
              <a:ext uri="{FF2B5EF4-FFF2-40B4-BE49-F238E27FC236}">
                <a16:creationId xmlns:a16="http://schemas.microsoft.com/office/drawing/2014/main" id="{CD01A5A0-EE48-99E4-38DC-10EC6B9445C8}"/>
              </a:ext>
            </a:extLst>
          </p:cNvPr>
          <p:cNvSpPr/>
          <p:nvPr/>
        </p:nvSpPr>
        <p:spPr>
          <a:xfrm>
            <a:off x="2431947" y="5276195"/>
            <a:ext cx="630264" cy="371959"/>
          </a:xfrm>
          <a:prstGeom prst="roundRect">
            <a:avLst/>
          </a:prstGeom>
          <a:noFill/>
          <a:ln w="12700">
            <a:solidFill>
              <a:schemeClr val="tx1">
                <a:lumMod val="50000"/>
                <a:lumOff val="50000"/>
              </a:schemeClr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ounded Rectangle 32">
            <a:extLst>
              <a:ext uri="{FF2B5EF4-FFF2-40B4-BE49-F238E27FC236}">
                <a16:creationId xmlns:a16="http://schemas.microsoft.com/office/drawing/2014/main" id="{2EE6FB9B-B541-88C7-AC25-9D1792C3D0FB}"/>
              </a:ext>
            </a:extLst>
          </p:cNvPr>
          <p:cNvSpPr/>
          <p:nvPr/>
        </p:nvSpPr>
        <p:spPr>
          <a:xfrm>
            <a:off x="3532675" y="5279936"/>
            <a:ext cx="630264" cy="371959"/>
          </a:xfrm>
          <a:prstGeom prst="roundRect">
            <a:avLst/>
          </a:prstGeom>
          <a:noFill/>
          <a:ln w="12700">
            <a:solidFill>
              <a:schemeClr val="tx1">
                <a:lumMod val="50000"/>
                <a:lumOff val="50000"/>
              </a:schemeClr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BD010E84-FDE4-373E-2186-89DD9DD506D3}"/>
              </a:ext>
            </a:extLst>
          </p:cNvPr>
          <p:cNvCxnSpPr>
            <a:stCxn id="11" idx="2"/>
            <a:endCxn id="16" idx="0"/>
          </p:cNvCxnSpPr>
          <p:nvPr/>
        </p:nvCxnSpPr>
        <p:spPr>
          <a:xfrm>
            <a:off x="3162042" y="4951547"/>
            <a:ext cx="0" cy="369214"/>
          </a:xfrm>
          <a:prstGeom prst="straightConnector1">
            <a:avLst/>
          </a:prstGeom>
          <a:ln w="19050">
            <a:solidFill>
              <a:srgbClr val="FF26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EA51EEA1-676F-1356-FE31-C898F7C79034}"/>
              </a:ext>
            </a:extLst>
          </p:cNvPr>
          <p:cNvCxnSpPr>
            <a:cxnSpLocks/>
            <a:stCxn id="11" idx="2"/>
            <a:endCxn id="17" idx="0"/>
          </p:cNvCxnSpPr>
          <p:nvPr/>
        </p:nvCxnSpPr>
        <p:spPr>
          <a:xfrm>
            <a:off x="3162042" y="4951547"/>
            <a:ext cx="273722" cy="369214"/>
          </a:xfrm>
          <a:prstGeom prst="straightConnector1">
            <a:avLst/>
          </a:prstGeom>
          <a:ln w="19050">
            <a:solidFill>
              <a:schemeClr val="accent2">
                <a:lumMod val="60000"/>
                <a:lumOff val="4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ectangle 35">
            <a:extLst>
              <a:ext uri="{FF2B5EF4-FFF2-40B4-BE49-F238E27FC236}">
                <a16:creationId xmlns:a16="http://schemas.microsoft.com/office/drawing/2014/main" id="{F56F9EA0-46E6-867F-53D2-E138D87B3088}"/>
              </a:ext>
            </a:extLst>
          </p:cNvPr>
          <p:cNvSpPr/>
          <p:nvPr/>
        </p:nvSpPr>
        <p:spPr>
          <a:xfrm>
            <a:off x="1297697" y="5804116"/>
            <a:ext cx="273722" cy="274320"/>
          </a:xfrm>
          <a:prstGeom prst="rect">
            <a:avLst/>
          </a:prstGeom>
          <a:solidFill>
            <a:srgbClr val="FF7E79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043D2936-BAAC-B0A4-E5E1-AAF9A9103487}"/>
              </a:ext>
            </a:extLst>
          </p:cNvPr>
          <p:cNvSpPr txBox="1"/>
          <p:nvPr/>
        </p:nvSpPr>
        <p:spPr>
          <a:xfrm>
            <a:off x="1571419" y="5795382"/>
            <a:ext cx="104887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Times New Roman" panose="020206030504050203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Error Token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FFC00B67-32B8-B334-48AE-4C2A981A5929}"/>
              </a:ext>
            </a:extLst>
          </p:cNvPr>
          <p:cNvSpPr/>
          <p:nvPr/>
        </p:nvSpPr>
        <p:spPr>
          <a:xfrm>
            <a:off x="2750292" y="5802815"/>
            <a:ext cx="273722" cy="27432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20F55BF6-3EB0-05D5-926A-2135707EC5D0}"/>
              </a:ext>
            </a:extLst>
          </p:cNvPr>
          <p:cNvSpPr txBox="1"/>
          <p:nvPr/>
        </p:nvSpPr>
        <p:spPr>
          <a:xfrm>
            <a:off x="3024014" y="5794081"/>
            <a:ext cx="140153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Times New Roman" panose="020206030504050203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Backtrack Token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A153F303-5529-C868-D2E9-8CDC0570AC8B}"/>
              </a:ext>
            </a:extLst>
          </p:cNvPr>
          <p:cNvSpPr txBox="1"/>
          <p:nvPr/>
        </p:nvSpPr>
        <p:spPr>
          <a:xfrm>
            <a:off x="1389751" y="4024960"/>
            <a:ext cx="91403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i="1" dirty="0">
                <a:latin typeface="Times New Roman" panose="020206030504050203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Reference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B0FB5254-EEB2-B2CE-7C53-BD39B8968411}"/>
              </a:ext>
            </a:extLst>
          </p:cNvPr>
          <p:cNvSpPr txBox="1"/>
          <p:nvPr/>
        </p:nvSpPr>
        <p:spPr>
          <a:xfrm>
            <a:off x="1389751" y="4658715"/>
            <a:ext cx="94448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i="1" dirty="0">
                <a:latin typeface="Times New Roman" panose="020206030504050203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Generated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80BA2F2C-1D7B-9335-8E73-FD86A55C1998}"/>
              </a:ext>
            </a:extLst>
          </p:cNvPr>
          <p:cNvSpPr txBox="1"/>
          <p:nvPr/>
        </p:nvSpPr>
        <p:spPr>
          <a:xfrm>
            <a:off x="1389751" y="5303294"/>
            <a:ext cx="102303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i="1" dirty="0">
                <a:latin typeface="Times New Roman" panose="020206030504050203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Augmented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10EE2ABA-7C5E-F948-55AE-BE6DA7EA3828}"/>
              </a:ext>
            </a:extLst>
          </p:cNvPr>
          <p:cNvSpPr txBox="1"/>
          <p:nvPr/>
        </p:nvSpPr>
        <p:spPr>
          <a:xfrm>
            <a:off x="860347" y="3511441"/>
            <a:ext cx="384514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(a) Sequence Alignment Augmentation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B63C329B-A12D-735D-18D5-491633B31D6D}"/>
              </a:ext>
            </a:extLst>
          </p:cNvPr>
          <p:cNvSpPr txBox="1"/>
          <p:nvPr/>
        </p:nvSpPr>
        <p:spPr>
          <a:xfrm>
            <a:off x="7674686" y="3507738"/>
            <a:ext cx="352932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(c) GRPO</a:t>
            </a:r>
          </a:p>
        </p:txBody>
      </p:sp>
      <p:sp>
        <p:nvSpPr>
          <p:cNvPr id="46" name="Rounded Rectangle 45">
            <a:extLst>
              <a:ext uri="{FF2B5EF4-FFF2-40B4-BE49-F238E27FC236}">
                <a16:creationId xmlns:a16="http://schemas.microsoft.com/office/drawing/2014/main" id="{F395DAD9-DC66-84F4-3A30-940669FE60CE}"/>
              </a:ext>
            </a:extLst>
          </p:cNvPr>
          <p:cNvSpPr/>
          <p:nvPr/>
        </p:nvSpPr>
        <p:spPr>
          <a:xfrm>
            <a:off x="4917127" y="3426492"/>
            <a:ext cx="2532107" cy="2843201"/>
          </a:xfrm>
          <a:prstGeom prst="roundRect">
            <a:avLst>
              <a:gd name="adj" fmla="val 7862"/>
            </a:avLst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F19EA217-8D6F-9718-69D1-E5C1C95950BF}"/>
              </a:ext>
            </a:extLst>
          </p:cNvPr>
          <p:cNvSpPr/>
          <p:nvPr/>
        </p:nvSpPr>
        <p:spPr>
          <a:xfrm>
            <a:off x="5610785" y="5813272"/>
            <a:ext cx="273722" cy="274320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C6B72398-8B73-7AB4-CB78-374AFF381A4B}"/>
              </a:ext>
            </a:extLst>
          </p:cNvPr>
          <p:cNvSpPr txBox="1"/>
          <p:nvPr/>
        </p:nvSpPr>
        <p:spPr>
          <a:xfrm>
            <a:off x="5884507" y="5804538"/>
            <a:ext cx="124284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latin typeface="Times New Roman" panose="020206030504050203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Masked Token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10D28781-56DB-8FCB-838F-8423043B9500}"/>
              </a:ext>
            </a:extLst>
          </p:cNvPr>
          <p:cNvSpPr txBox="1"/>
          <p:nvPr/>
        </p:nvSpPr>
        <p:spPr>
          <a:xfrm>
            <a:off x="4917126" y="3516447"/>
            <a:ext cx="253210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(b) Masked SFT</a:t>
            </a:r>
          </a:p>
        </p:txBody>
      </p:sp>
      <p:grpSp>
        <p:nvGrpSpPr>
          <p:cNvPr id="50" name="Group 49">
            <a:extLst>
              <a:ext uri="{FF2B5EF4-FFF2-40B4-BE49-F238E27FC236}">
                <a16:creationId xmlns:a16="http://schemas.microsoft.com/office/drawing/2014/main" id="{A3EB5562-6185-CACC-DE80-C2F3852C123D}"/>
              </a:ext>
            </a:extLst>
          </p:cNvPr>
          <p:cNvGrpSpPr/>
          <p:nvPr/>
        </p:nvGrpSpPr>
        <p:grpSpPr>
          <a:xfrm>
            <a:off x="5099371" y="3962374"/>
            <a:ext cx="2046932" cy="1708296"/>
            <a:chOff x="4684574" y="1309195"/>
            <a:chExt cx="2046932" cy="1708296"/>
          </a:xfrm>
        </p:grpSpPr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3CF42150-191A-C6B5-30F3-1ADF58CCFDEB}"/>
                </a:ext>
              </a:extLst>
            </p:cNvPr>
            <p:cNvSpPr txBox="1"/>
            <p:nvPr/>
          </p:nvSpPr>
          <p:spPr>
            <a:xfrm>
              <a:off x="4687492" y="1309195"/>
              <a:ext cx="346735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i="1" dirty="0">
                  <a:latin typeface="Times New Roman" panose="02020603050405020304" pitchFamily="18" charset="0"/>
                  <a:ea typeface="Cambria Math" panose="02040503050406030204" pitchFamily="18" charset="0"/>
                  <a:cs typeface="Times New Roman" panose="02020603050405020304" pitchFamily="18" charset="0"/>
                </a:rPr>
                <a:t>t</a:t>
              </a:r>
              <a:r>
                <a:rPr lang="en-US" altLang="zh-CN" sz="1400" i="1" baseline="-25000" dirty="0">
                  <a:latin typeface="Times New Roman" panose="02020603050405020304" pitchFamily="18" charset="0"/>
                  <a:ea typeface="Cambria Math" panose="02040503050406030204" pitchFamily="18" charset="0"/>
                  <a:cs typeface="Times New Roman" panose="02020603050405020304" pitchFamily="18" charset="0"/>
                </a:rPr>
                <a:t>0</a:t>
              </a:r>
            </a:p>
          </p:txBody>
        </p:sp>
        <p:sp>
          <p:nvSpPr>
            <p:cNvPr id="52" name="Rectangle 51">
              <a:extLst>
                <a:ext uri="{FF2B5EF4-FFF2-40B4-BE49-F238E27FC236}">
                  <a16:creationId xmlns:a16="http://schemas.microsoft.com/office/drawing/2014/main" id="{CA6BE3E0-9D80-1E1A-326B-E1999E9534AF}"/>
                </a:ext>
              </a:extLst>
            </p:cNvPr>
            <p:cNvSpPr/>
            <p:nvPr/>
          </p:nvSpPr>
          <p:spPr>
            <a:xfrm>
              <a:off x="5084796" y="1347554"/>
              <a:ext cx="273722" cy="273350"/>
            </a:xfrm>
            <a:prstGeom prst="rect">
              <a:avLst/>
            </a:prstGeom>
            <a:solidFill>
              <a:schemeClr val="tx2">
                <a:lumMod val="25000"/>
                <a:lumOff val="7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3" name="Rectangle 52">
              <a:extLst>
                <a:ext uri="{FF2B5EF4-FFF2-40B4-BE49-F238E27FC236}">
                  <a16:creationId xmlns:a16="http://schemas.microsoft.com/office/drawing/2014/main" id="{866C8E14-FF2C-E3FA-CB36-896BA9C09F85}"/>
                </a:ext>
              </a:extLst>
            </p:cNvPr>
            <p:cNvSpPr/>
            <p:nvPr/>
          </p:nvSpPr>
          <p:spPr>
            <a:xfrm>
              <a:off x="5361436" y="1347554"/>
              <a:ext cx="273722" cy="273350"/>
            </a:xfrm>
            <a:prstGeom prst="rect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" name="Rectangle 53">
              <a:extLst>
                <a:ext uri="{FF2B5EF4-FFF2-40B4-BE49-F238E27FC236}">
                  <a16:creationId xmlns:a16="http://schemas.microsoft.com/office/drawing/2014/main" id="{B13CD4C1-F196-5B88-C203-2E5758FB1226}"/>
                </a:ext>
              </a:extLst>
            </p:cNvPr>
            <p:cNvSpPr/>
            <p:nvPr/>
          </p:nvSpPr>
          <p:spPr>
            <a:xfrm>
              <a:off x="5635158" y="1347554"/>
              <a:ext cx="273722" cy="273350"/>
            </a:xfrm>
            <a:prstGeom prst="rect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5" name="Rectangle 54">
              <a:extLst>
                <a:ext uri="{FF2B5EF4-FFF2-40B4-BE49-F238E27FC236}">
                  <a16:creationId xmlns:a16="http://schemas.microsoft.com/office/drawing/2014/main" id="{8C5C032E-6692-3B32-86EE-8A544A85767A}"/>
                </a:ext>
              </a:extLst>
            </p:cNvPr>
            <p:cNvSpPr/>
            <p:nvPr/>
          </p:nvSpPr>
          <p:spPr>
            <a:xfrm>
              <a:off x="5908880" y="1347554"/>
              <a:ext cx="273722" cy="273350"/>
            </a:xfrm>
            <a:prstGeom prst="rect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6" name="Rectangle 55">
              <a:extLst>
                <a:ext uri="{FF2B5EF4-FFF2-40B4-BE49-F238E27FC236}">
                  <a16:creationId xmlns:a16="http://schemas.microsoft.com/office/drawing/2014/main" id="{1873F5B3-9FF1-58C5-A627-C93D004776D4}"/>
                </a:ext>
              </a:extLst>
            </p:cNvPr>
            <p:cNvSpPr/>
            <p:nvPr/>
          </p:nvSpPr>
          <p:spPr>
            <a:xfrm>
              <a:off x="6184062" y="1347554"/>
              <a:ext cx="273722" cy="273350"/>
            </a:xfrm>
            <a:prstGeom prst="rect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7" name="Rectangle 56">
              <a:extLst>
                <a:ext uri="{FF2B5EF4-FFF2-40B4-BE49-F238E27FC236}">
                  <a16:creationId xmlns:a16="http://schemas.microsoft.com/office/drawing/2014/main" id="{5370195A-CC93-1751-4FD6-36C2D60D6667}"/>
                </a:ext>
              </a:extLst>
            </p:cNvPr>
            <p:cNvSpPr/>
            <p:nvPr/>
          </p:nvSpPr>
          <p:spPr>
            <a:xfrm>
              <a:off x="6457784" y="1347554"/>
              <a:ext cx="273722" cy="273350"/>
            </a:xfrm>
            <a:prstGeom prst="rect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8" name="Rectangle 57">
              <a:extLst>
                <a:ext uri="{FF2B5EF4-FFF2-40B4-BE49-F238E27FC236}">
                  <a16:creationId xmlns:a16="http://schemas.microsoft.com/office/drawing/2014/main" id="{A34E2B9A-4E10-E6D7-9F56-15FFF1CE5885}"/>
                </a:ext>
              </a:extLst>
            </p:cNvPr>
            <p:cNvSpPr/>
            <p:nvPr/>
          </p:nvSpPr>
          <p:spPr>
            <a:xfrm>
              <a:off x="5083337" y="1622287"/>
              <a:ext cx="273722" cy="273350"/>
            </a:xfrm>
            <a:prstGeom prst="rect">
              <a:avLst/>
            </a:prstGeom>
            <a:solidFill>
              <a:schemeClr val="tx2">
                <a:lumMod val="25000"/>
                <a:lumOff val="7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9" name="Rectangle 58">
              <a:extLst>
                <a:ext uri="{FF2B5EF4-FFF2-40B4-BE49-F238E27FC236}">
                  <a16:creationId xmlns:a16="http://schemas.microsoft.com/office/drawing/2014/main" id="{375902B8-578C-E7B8-2DED-F3633BEA9C10}"/>
                </a:ext>
              </a:extLst>
            </p:cNvPr>
            <p:cNvSpPr/>
            <p:nvPr/>
          </p:nvSpPr>
          <p:spPr>
            <a:xfrm>
              <a:off x="5359977" y="1622287"/>
              <a:ext cx="273722" cy="273350"/>
            </a:xfrm>
            <a:prstGeom prst="rect">
              <a:avLst/>
            </a:prstGeom>
            <a:solidFill>
              <a:schemeClr val="tx2">
                <a:lumMod val="25000"/>
                <a:lumOff val="7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0" name="Rectangle 59">
              <a:extLst>
                <a:ext uri="{FF2B5EF4-FFF2-40B4-BE49-F238E27FC236}">
                  <a16:creationId xmlns:a16="http://schemas.microsoft.com/office/drawing/2014/main" id="{679F85EE-F845-E61D-5EA7-1709E63194E4}"/>
                </a:ext>
              </a:extLst>
            </p:cNvPr>
            <p:cNvSpPr/>
            <p:nvPr/>
          </p:nvSpPr>
          <p:spPr>
            <a:xfrm>
              <a:off x="5633699" y="1622287"/>
              <a:ext cx="273722" cy="273350"/>
            </a:xfrm>
            <a:prstGeom prst="rect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1" name="Rectangle 60">
              <a:extLst>
                <a:ext uri="{FF2B5EF4-FFF2-40B4-BE49-F238E27FC236}">
                  <a16:creationId xmlns:a16="http://schemas.microsoft.com/office/drawing/2014/main" id="{B513A1D9-77AE-A1AE-DB5D-804934077AED}"/>
                </a:ext>
              </a:extLst>
            </p:cNvPr>
            <p:cNvSpPr/>
            <p:nvPr/>
          </p:nvSpPr>
          <p:spPr>
            <a:xfrm>
              <a:off x="5907421" y="1622287"/>
              <a:ext cx="273722" cy="273350"/>
            </a:xfrm>
            <a:prstGeom prst="rect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2" name="Rectangle 61">
              <a:extLst>
                <a:ext uri="{FF2B5EF4-FFF2-40B4-BE49-F238E27FC236}">
                  <a16:creationId xmlns:a16="http://schemas.microsoft.com/office/drawing/2014/main" id="{40E25F67-42D2-1938-68D9-7FCB9966C5FF}"/>
                </a:ext>
              </a:extLst>
            </p:cNvPr>
            <p:cNvSpPr/>
            <p:nvPr/>
          </p:nvSpPr>
          <p:spPr>
            <a:xfrm>
              <a:off x="6182603" y="1622287"/>
              <a:ext cx="273722" cy="273350"/>
            </a:xfrm>
            <a:prstGeom prst="rect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3" name="Rectangle 62">
              <a:extLst>
                <a:ext uri="{FF2B5EF4-FFF2-40B4-BE49-F238E27FC236}">
                  <a16:creationId xmlns:a16="http://schemas.microsoft.com/office/drawing/2014/main" id="{9DCBE721-4A69-63C3-CDF9-63354E4D7201}"/>
                </a:ext>
              </a:extLst>
            </p:cNvPr>
            <p:cNvSpPr/>
            <p:nvPr/>
          </p:nvSpPr>
          <p:spPr>
            <a:xfrm>
              <a:off x="6456325" y="1622287"/>
              <a:ext cx="273722" cy="273350"/>
            </a:xfrm>
            <a:prstGeom prst="rect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48" name="Rectangle 447">
              <a:extLst>
                <a:ext uri="{FF2B5EF4-FFF2-40B4-BE49-F238E27FC236}">
                  <a16:creationId xmlns:a16="http://schemas.microsoft.com/office/drawing/2014/main" id="{D6820CE3-400D-6D46-EB58-E973FE793B85}"/>
                </a:ext>
              </a:extLst>
            </p:cNvPr>
            <p:cNvSpPr/>
            <p:nvPr/>
          </p:nvSpPr>
          <p:spPr>
            <a:xfrm>
              <a:off x="5084067" y="1894356"/>
              <a:ext cx="273722" cy="273350"/>
            </a:xfrm>
            <a:prstGeom prst="rect">
              <a:avLst/>
            </a:prstGeom>
            <a:solidFill>
              <a:schemeClr val="tx2">
                <a:lumMod val="25000"/>
                <a:lumOff val="7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49" name="Rectangle 448">
              <a:extLst>
                <a:ext uri="{FF2B5EF4-FFF2-40B4-BE49-F238E27FC236}">
                  <a16:creationId xmlns:a16="http://schemas.microsoft.com/office/drawing/2014/main" id="{5C8B5731-93C6-A78C-3708-6099BF39C7DE}"/>
                </a:ext>
              </a:extLst>
            </p:cNvPr>
            <p:cNvSpPr/>
            <p:nvPr/>
          </p:nvSpPr>
          <p:spPr>
            <a:xfrm>
              <a:off x="5360707" y="1894356"/>
              <a:ext cx="273722" cy="273350"/>
            </a:xfrm>
            <a:prstGeom prst="rect">
              <a:avLst/>
            </a:prstGeom>
            <a:solidFill>
              <a:schemeClr val="tx2">
                <a:lumMod val="25000"/>
                <a:lumOff val="7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53" name="Rectangle 452">
              <a:extLst>
                <a:ext uri="{FF2B5EF4-FFF2-40B4-BE49-F238E27FC236}">
                  <a16:creationId xmlns:a16="http://schemas.microsoft.com/office/drawing/2014/main" id="{0CA477A5-9AEB-601B-8162-15A726B6C52E}"/>
                </a:ext>
              </a:extLst>
            </p:cNvPr>
            <p:cNvSpPr/>
            <p:nvPr/>
          </p:nvSpPr>
          <p:spPr>
            <a:xfrm>
              <a:off x="5634429" y="1894356"/>
              <a:ext cx="273722" cy="273350"/>
            </a:xfrm>
            <a:prstGeom prst="rect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54" name="Rectangle 453">
              <a:extLst>
                <a:ext uri="{FF2B5EF4-FFF2-40B4-BE49-F238E27FC236}">
                  <a16:creationId xmlns:a16="http://schemas.microsoft.com/office/drawing/2014/main" id="{03DA627F-3FAC-C6FE-0EB7-6EE0D221F382}"/>
                </a:ext>
              </a:extLst>
            </p:cNvPr>
            <p:cNvSpPr/>
            <p:nvPr/>
          </p:nvSpPr>
          <p:spPr>
            <a:xfrm>
              <a:off x="5908151" y="1894356"/>
              <a:ext cx="273722" cy="273350"/>
            </a:xfrm>
            <a:prstGeom prst="rect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55" name="Rectangle 454">
              <a:extLst>
                <a:ext uri="{FF2B5EF4-FFF2-40B4-BE49-F238E27FC236}">
                  <a16:creationId xmlns:a16="http://schemas.microsoft.com/office/drawing/2014/main" id="{0EC87353-010A-9CC7-FEB3-9987D0CA69AF}"/>
                </a:ext>
              </a:extLst>
            </p:cNvPr>
            <p:cNvSpPr/>
            <p:nvPr/>
          </p:nvSpPr>
          <p:spPr>
            <a:xfrm>
              <a:off x="6183333" y="1894356"/>
              <a:ext cx="273722" cy="273350"/>
            </a:xfrm>
            <a:prstGeom prst="rect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56" name="Rectangle 455">
              <a:extLst>
                <a:ext uri="{FF2B5EF4-FFF2-40B4-BE49-F238E27FC236}">
                  <a16:creationId xmlns:a16="http://schemas.microsoft.com/office/drawing/2014/main" id="{6206ABCF-7CA5-B5E1-5BDF-20083AAB9983}"/>
                </a:ext>
              </a:extLst>
            </p:cNvPr>
            <p:cNvSpPr/>
            <p:nvPr/>
          </p:nvSpPr>
          <p:spPr>
            <a:xfrm>
              <a:off x="6457055" y="1894356"/>
              <a:ext cx="273722" cy="273350"/>
            </a:xfrm>
            <a:prstGeom prst="rect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57" name="Rectangle 456">
              <a:extLst>
                <a:ext uri="{FF2B5EF4-FFF2-40B4-BE49-F238E27FC236}">
                  <a16:creationId xmlns:a16="http://schemas.microsoft.com/office/drawing/2014/main" id="{E4412AFD-AE85-29E1-EDE8-6A860D67C585}"/>
                </a:ext>
              </a:extLst>
            </p:cNvPr>
            <p:cNvSpPr/>
            <p:nvPr/>
          </p:nvSpPr>
          <p:spPr>
            <a:xfrm>
              <a:off x="5082608" y="2169089"/>
              <a:ext cx="273722" cy="273350"/>
            </a:xfrm>
            <a:prstGeom prst="rect">
              <a:avLst/>
            </a:prstGeom>
            <a:solidFill>
              <a:schemeClr val="tx2">
                <a:lumMod val="25000"/>
                <a:lumOff val="7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58" name="Rectangle 457">
              <a:extLst>
                <a:ext uri="{FF2B5EF4-FFF2-40B4-BE49-F238E27FC236}">
                  <a16:creationId xmlns:a16="http://schemas.microsoft.com/office/drawing/2014/main" id="{F490B424-E722-165A-DFB8-A9078EFE99B2}"/>
                </a:ext>
              </a:extLst>
            </p:cNvPr>
            <p:cNvSpPr/>
            <p:nvPr/>
          </p:nvSpPr>
          <p:spPr>
            <a:xfrm>
              <a:off x="5359248" y="2169089"/>
              <a:ext cx="273722" cy="273350"/>
            </a:xfrm>
            <a:prstGeom prst="rect">
              <a:avLst/>
            </a:prstGeom>
            <a:solidFill>
              <a:schemeClr val="tx2">
                <a:lumMod val="25000"/>
                <a:lumOff val="7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59" name="Rectangle 458">
              <a:extLst>
                <a:ext uri="{FF2B5EF4-FFF2-40B4-BE49-F238E27FC236}">
                  <a16:creationId xmlns:a16="http://schemas.microsoft.com/office/drawing/2014/main" id="{E9334E17-4B8F-4A6F-C4F5-4681BC706305}"/>
                </a:ext>
              </a:extLst>
            </p:cNvPr>
            <p:cNvSpPr/>
            <p:nvPr/>
          </p:nvSpPr>
          <p:spPr>
            <a:xfrm>
              <a:off x="5632970" y="2169089"/>
              <a:ext cx="273722" cy="273350"/>
            </a:xfrm>
            <a:prstGeom prst="rect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60" name="Rectangle 459">
              <a:extLst>
                <a:ext uri="{FF2B5EF4-FFF2-40B4-BE49-F238E27FC236}">
                  <a16:creationId xmlns:a16="http://schemas.microsoft.com/office/drawing/2014/main" id="{AD48C870-64EB-C27B-446B-36E8807D9709}"/>
                </a:ext>
              </a:extLst>
            </p:cNvPr>
            <p:cNvSpPr/>
            <p:nvPr/>
          </p:nvSpPr>
          <p:spPr>
            <a:xfrm>
              <a:off x="5906692" y="2169089"/>
              <a:ext cx="273722" cy="273350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61" name="Rectangle 460">
              <a:extLst>
                <a:ext uri="{FF2B5EF4-FFF2-40B4-BE49-F238E27FC236}">
                  <a16:creationId xmlns:a16="http://schemas.microsoft.com/office/drawing/2014/main" id="{01D86034-762A-68DF-7BD0-658CAF07F945}"/>
                </a:ext>
              </a:extLst>
            </p:cNvPr>
            <p:cNvSpPr/>
            <p:nvPr/>
          </p:nvSpPr>
          <p:spPr>
            <a:xfrm>
              <a:off x="6181874" y="2169089"/>
              <a:ext cx="273722" cy="273350"/>
            </a:xfrm>
            <a:prstGeom prst="rect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62" name="Rectangle 461">
              <a:extLst>
                <a:ext uri="{FF2B5EF4-FFF2-40B4-BE49-F238E27FC236}">
                  <a16:creationId xmlns:a16="http://schemas.microsoft.com/office/drawing/2014/main" id="{815C545F-3632-1C3B-A004-8C7266CA22DA}"/>
                </a:ext>
              </a:extLst>
            </p:cNvPr>
            <p:cNvSpPr/>
            <p:nvPr/>
          </p:nvSpPr>
          <p:spPr>
            <a:xfrm>
              <a:off x="6455596" y="2169089"/>
              <a:ext cx="273722" cy="273350"/>
            </a:xfrm>
            <a:prstGeom prst="rect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63" name="Rectangle 462">
              <a:extLst>
                <a:ext uri="{FF2B5EF4-FFF2-40B4-BE49-F238E27FC236}">
                  <a16:creationId xmlns:a16="http://schemas.microsoft.com/office/drawing/2014/main" id="{B338CBBB-5B1B-9A78-374A-431873EA20DE}"/>
                </a:ext>
              </a:extLst>
            </p:cNvPr>
            <p:cNvSpPr/>
            <p:nvPr/>
          </p:nvSpPr>
          <p:spPr>
            <a:xfrm>
              <a:off x="5083338" y="2440752"/>
              <a:ext cx="273722" cy="273350"/>
            </a:xfrm>
            <a:prstGeom prst="rect">
              <a:avLst/>
            </a:prstGeom>
            <a:solidFill>
              <a:schemeClr val="tx2">
                <a:lumMod val="25000"/>
                <a:lumOff val="7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64" name="Rectangle 463">
              <a:extLst>
                <a:ext uri="{FF2B5EF4-FFF2-40B4-BE49-F238E27FC236}">
                  <a16:creationId xmlns:a16="http://schemas.microsoft.com/office/drawing/2014/main" id="{D5F7C6D8-220F-4E36-9477-679868CBF00B}"/>
                </a:ext>
              </a:extLst>
            </p:cNvPr>
            <p:cNvSpPr/>
            <p:nvPr/>
          </p:nvSpPr>
          <p:spPr>
            <a:xfrm>
              <a:off x="5359978" y="2440752"/>
              <a:ext cx="273722" cy="273350"/>
            </a:xfrm>
            <a:prstGeom prst="rect">
              <a:avLst/>
            </a:prstGeom>
            <a:solidFill>
              <a:schemeClr val="tx2">
                <a:lumMod val="25000"/>
                <a:lumOff val="7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65" name="Rectangle 464">
              <a:extLst>
                <a:ext uri="{FF2B5EF4-FFF2-40B4-BE49-F238E27FC236}">
                  <a16:creationId xmlns:a16="http://schemas.microsoft.com/office/drawing/2014/main" id="{BEED1E73-6CEC-7889-4E92-359D3EBD9D83}"/>
                </a:ext>
              </a:extLst>
            </p:cNvPr>
            <p:cNvSpPr/>
            <p:nvPr/>
          </p:nvSpPr>
          <p:spPr>
            <a:xfrm>
              <a:off x="5633700" y="2440752"/>
              <a:ext cx="273722" cy="273350"/>
            </a:xfrm>
            <a:prstGeom prst="rect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66" name="Rectangle 465">
              <a:extLst>
                <a:ext uri="{FF2B5EF4-FFF2-40B4-BE49-F238E27FC236}">
                  <a16:creationId xmlns:a16="http://schemas.microsoft.com/office/drawing/2014/main" id="{94662363-8259-EA52-7D6D-C8E02C7665E5}"/>
                </a:ext>
              </a:extLst>
            </p:cNvPr>
            <p:cNvSpPr/>
            <p:nvPr/>
          </p:nvSpPr>
          <p:spPr>
            <a:xfrm>
              <a:off x="5907422" y="2440752"/>
              <a:ext cx="273722" cy="273350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67" name="Rectangle 466">
              <a:extLst>
                <a:ext uri="{FF2B5EF4-FFF2-40B4-BE49-F238E27FC236}">
                  <a16:creationId xmlns:a16="http://schemas.microsoft.com/office/drawing/2014/main" id="{039E53A2-BE15-F5C5-B2EF-530CA93E803A}"/>
                </a:ext>
              </a:extLst>
            </p:cNvPr>
            <p:cNvSpPr/>
            <p:nvPr/>
          </p:nvSpPr>
          <p:spPr>
            <a:xfrm>
              <a:off x="6182604" y="2440752"/>
              <a:ext cx="273722" cy="273350"/>
            </a:xfrm>
            <a:prstGeom prst="rect">
              <a:avLst/>
            </a:prstGeom>
            <a:solidFill>
              <a:schemeClr val="tx2">
                <a:lumMod val="25000"/>
                <a:lumOff val="7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68" name="Rectangle 467">
              <a:extLst>
                <a:ext uri="{FF2B5EF4-FFF2-40B4-BE49-F238E27FC236}">
                  <a16:creationId xmlns:a16="http://schemas.microsoft.com/office/drawing/2014/main" id="{861ED391-360E-7CF9-C3F8-0BD53547F772}"/>
                </a:ext>
              </a:extLst>
            </p:cNvPr>
            <p:cNvSpPr/>
            <p:nvPr/>
          </p:nvSpPr>
          <p:spPr>
            <a:xfrm>
              <a:off x="6456326" y="2440752"/>
              <a:ext cx="273722" cy="273350"/>
            </a:xfrm>
            <a:prstGeom prst="rect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69" name="Rectangle 468">
              <a:extLst>
                <a:ext uri="{FF2B5EF4-FFF2-40B4-BE49-F238E27FC236}">
                  <a16:creationId xmlns:a16="http://schemas.microsoft.com/office/drawing/2014/main" id="{83105532-ED4C-F867-5101-0F6E57A94711}"/>
                </a:ext>
              </a:extLst>
            </p:cNvPr>
            <p:cNvSpPr/>
            <p:nvPr/>
          </p:nvSpPr>
          <p:spPr>
            <a:xfrm>
              <a:off x="5084796" y="2720124"/>
              <a:ext cx="273722" cy="273350"/>
            </a:xfrm>
            <a:prstGeom prst="rect">
              <a:avLst/>
            </a:prstGeom>
            <a:solidFill>
              <a:schemeClr val="tx2">
                <a:lumMod val="25000"/>
                <a:lumOff val="7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70" name="Rectangle 469">
              <a:extLst>
                <a:ext uri="{FF2B5EF4-FFF2-40B4-BE49-F238E27FC236}">
                  <a16:creationId xmlns:a16="http://schemas.microsoft.com/office/drawing/2014/main" id="{19C622B9-AB5B-924E-6471-D5338D3FC099}"/>
                </a:ext>
              </a:extLst>
            </p:cNvPr>
            <p:cNvSpPr/>
            <p:nvPr/>
          </p:nvSpPr>
          <p:spPr>
            <a:xfrm>
              <a:off x="5361436" y="2720124"/>
              <a:ext cx="273722" cy="273350"/>
            </a:xfrm>
            <a:prstGeom prst="rect">
              <a:avLst/>
            </a:prstGeom>
            <a:solidFill>
              <a:schemeClr val="tx2">
                <a:lumMod val="25000"/>
                <a:lumOff val="7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71" name="Rectangle 470">
              <a:extLst>
                <a:ext uri="{FF2B5EF4-FFF2-40B4-BE49-F238E27FC236}">
                  <a16:creationId xmlns:a16="http://schemas.microsoft.com/office/drawing/2014/main" id="{0C30003C-17EC-1A0A-5786-D99F3AF7A7EC}"/>
                </a:ext>
              </a:extLst>
            </p:cNvPr>
            <p:cNvSpPr/>
            <p:nvPr/>
          </p:nvSpPr>
          <p:spPr>
            <a:xfrm>
              <a:off x="5635158" y="2720124"/>
              <a:ext cx="273722" cy="273350"/>
            </a:xfrm>
            <a:prstGeom prst="rect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72" name="Rectangle 471">
              <a:extLst>
                <a:ext uri="{FF2B5EF4-FFF2-40B4-BE49-F238E27FC236}">
                  <a16:creationId xmlns:a16="http://schemas.microsoft.com/office/drawing/2014/main" id="{99736AF4-8453-44D1-7A84-5EF99BDFD1B1}"/>
                </a:ext>
              </a:extLst>
            </p:cNvPr>
            <p:cNvSpPr/>
            <p:nvPr/>
          </p:nvSpPr>
          <p:spPr>
            <a:xfrm>
              <a:off x="5908880" y="2720124"/>
              <a:ext cx="273722" cy="273350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73" name="Rectangle 472">
              <a:extLst>
                <a:ext uri="{FF2B5EF4-FFF2-40B4-BE49-F238E27FC236}">
                  <a16:creationId xmlns:a16="http://schemas.microsoft.com/office/drawing/2014/main" id="{5D231C42-9AA4-2006-5C7F-7731254EBB0A}"/>
                </a:ext>
              </a:extLst>
            </p:cNvPr>
            <p:cNvSpPr/>
            <p:nvPr/>
          </p:nvSpPr>
          <p:spPr>
            <a:xfrm>
              <a:off x="6184062" y="2720124"/>
              <a:ext cx="273722" cy="273350"/>
            </a:xfrm>
            <a:prstGeom prst="rect">
              <a:avLst/>
            </a:prstGeom>
            <a:solidFill>
              <a:schemeClr val="tx2">
                <a:lumMod val="25000"/>
                <a:lumOff val="7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74" name="Rectangle 473">
              <a:extLst>
                <a:ext uri="{FF2B5EF4-FFF2-40B4-BE49-F238E27FC236}">
                  <a16:creationId xmlns:a16="http://schemas.microsoft.com/office/drawing/2014/main" id="{A8C53AC3-C65F-3EBC-CAD9-30806FD6AEF8}"/>
                </a:ext>
              </a:extLst>
            </p:cNvPr>
            <p:cNvSpPr/>
            <p:nvPr/>
          </p:nvSpPr>
          <p:spPr>
            <a:xfrm>
              <a:off x="6457784" y="2720124"/>
              <a:ext cx="273722" cy="273350"/>
            </a:xfrm>
            <a:prstGeom prst="rect">
              <a:avLst/>
            </a:prstGeom>
            <a:solidFill>
              <a:schemeClr val="tx2">
                <a:lumMod val="25000"/>
                <a:lumOff val="7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75" name="TextBox 474">
              <a:extLst>
                <a:ext uri="{FF2B5EF4-FFF2-40B4-BE49-F238E27FC236}">
                  <a16:creationId xmlns:a16="http://schemas.microsoft.com/office/drawing/2014/main" id="{4066AF1B-EA76-4D01-0C44-8DD2925CAA50}"/>
                </a:ext>
              </a:extLst>
            </p:cNvPr>
            <p:cNvSpPr txBox="1"/>
            <p:nvPr/>
          </p:nvSpPr>
          <p:spPr>
            <a:xfrm>
              <a:off x="4687492" y="1597044"/>
              <a:ext cx="346735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i="1" dirty="0">
                  <a:latin typeface="Times New Roman" panose="02020603050405020304" pitchFamily="18" charset="0"/>
                  <a:ea typeface="Cambria Math" panose="02040503050406030204" pitchFamily="18" charset="0"/>
                  <a:cs typeface="Times New Roman" panose="02020603050405020304" pitchFamily="18" charset="0"/>
                </a:rPr>
                <a:t>t</a:t>
              </a:r>
              <a:r>
                <a:rPr lang="en-US" altLang="zh-CN" sz="1400" i="1" baseline="-25000" dirty="0">
                  <a:latin typeface="Times New Roman" panose="02020603050405020304" pitchFamily="18" charset="0"/>
                  <a:ea typeface="Cambria Math" panose="02040503050406030204" pitchFamily="18" charset="0"/>
                  <a:cs typeface="Times New Roman" panose="02020603050405020304" pitchFamily="18" charset="0"/>
                </a:rPr>
                <a:t>1</a:t>
              </a:r>
            </a:p>
          </p:txBody>
        </p:sp>
        <p:sp>
          <p:nvSpPr>
            <p:cNvPr id="476" name="TextBox 475">
              <a:extLst>
                <a:ext uri="{FF2B5EF4-FFF2-40B4-BE49-F238E27FC236}">
                  <a16:creationId xmlns:a16="http://schemas.microsoft.com/office/drawing/2014/main" id="{1F28EB80-0252-0AAE-3FD2-1B3DC1B4D9F3}"/>
                </a:ext>
              </a:extLst>
            </p:cNvPr>
            <p:cNvSpPr txBox="1"/>
            <p:nvPr/>
          </p:nvSpPr>
          <p:spPr>
            <a:xfrm>
              <a:off x="4687492" y="1873167"/>
              <a:ext cx="346735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i="1" dirty="0">
                  <a:latin typeface="Times New Roman" panose="02020603050405020304" pitchFamily="18" charset="0"/>
                  <a:ea typeface="Cambria Math" panose="02040503050406030204" pitchFamily="18" charset="0"/>
                  <a:cs typeface="Times New Roman" panose="02020603050405020304" pitchFamily="18" charset="0"/>
                </a:rPr>
                <a:t>t</a:t>
              </a:r>
              <a:r>
                <a:rPr lang="en-US" altLang="zh-CN" sz="1400" i="1" baseline="-25000" dirty="0">
                  <a:latin typeface="Times New Roman" panose="02020603050405020304" pitchFamily="18" charset="0"/>
                  <a:ea typeface="Cambria Math" panose="02040503050406030204" pitchFamily="18" charset="0"/>
                  <a:cs typeface="Times New Roman" panose="02020603050405020304" pitchFamily="18" charset="0"/>
                </a:rPr>
                <a:t>2</a:t>
              </a:r>
            </a:p>
          </p:txBody>
        </p:sp>
        <p:sp>
          <p:nvSpPr>
            <p:cNvPr id="477" name="TextBox 476">
              <a:extLst>
                <a:ext uri="{FF2B5EF4-FFF2-40B4-BE49-F238E27FC236}">
                  <a16:creationId xmlns:a16="http://schemas.microsoft.com/office/drawing/2014/main" id="{E1744F51-23DE-0820-73EE-6CC8FA8440BF}"/>
                </a:ext>
              </a:extLst>
            </p:cNvPr>
            <p:cNvSpPr txBox="1"/>
            <p:nvPr/>
          </p:nvSpPr>
          <p:spPr>
            <a:xfrm>
              <a:off x="4684574" y="2145818"/>
              <a:ext cx="346735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i="1" dirty="0">
                  <a:latin typeface="Times New Roman" panose="02020603050405020304" pitchFamily="18" charset="0"/>
                  <a:ea typeface="Cambria Math" panose="02040503050406030204" pitchFamily="18" charset="0"/>
                  <a:cs typeface="Times New Roman" panose="02020603050405020304" pitchFamily="18" charset="0"/>
                </a:rPr>
                <a:t>t</a:t>
              </a:r>
              <a:r>
                <a:rPr lang="en-US" altLang="zh-CN" sz="1400" i="1" baseline="-25000" dirty="0">
                  <a:latin typeface="Times New Roman" panose="02020603050405020304" pitchFamily="18" charset="0"/>
                  <a:ea typeface="Cambria Math" panose="02040503050406030204" pitchFamily="18" charset="0"/>
                  <a:cs typeface="Times New Roman" panose="02020603050405020304" pitchFamily="18" charset="0"/>
                </a:rPr>
                <a:t>3</a:t>
              </a:r>
            </a:p>
          </p:txBody>
        </p:sp>
        <p:sp>
          <p:nvSpPr>
            <p:cNvPr id="478" name="TextBox 477">
              <a:extLst>
                <a:ext uri="{FF2B5EF4-FFF2-40B4-BE49-F238E27FC236}">
                  <a16:creationId xmlns:a16="http://schemas.microsoft.com/office/drawing/2014/main" id="{9CFAC2F7-C1B1-518C-2771-E6C47EBA4255}"/>
                </a:ext>
              </a:extLst>
            </p:cNvPr>
            <p:cNvSpPr txBox="1"/>
            <p:nvPr/>
          </p:nvSpPr>
          <p:spPr>
            <a:xfrm>
              <a:off x="4684574" y="2437063"/>
              <a:ext cx="346735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i="1" dirty="0">
                  <a:latin typeface="Times New Roman" panose="02020603050405020304" pitchFamily="18" charset="0"/>
                  <a:ea typeface="Cambria Math" panose="02040503050406030204" pitchFamily="18" charset="0"/>
                  <a:cs typeface="Times New Roman" panose="02020603050405020304" pitchFamily="18" charset="0"/>
                </a:rPr>
                <a:t>t</a:t>
              </a:r>
              <a:r>
                <a:rPr lang="en-US" altLang="zh-CN" sz="1400" i="1" baseline="-25000" dirty="0">
                  <a:latin typeface="Times New Roman" panose="02020603050405020304" pitchFamily="18" charset="0"/>
                  <a:ea typeface="Cambria Math" panose="02040503050406030204" pitchFamily="18" charset="0"/>
                  <a:cs typeface="Times New Roman" panose="02020603050405020304" pitchFamily="18" charset="0"/>
                </a:rPr>
                <a:t>4</a:t>
              </a:r>
            </a:p>
          </p:txBody>
        </p:sp>
        <p:sp>
          <p:nvSpPr>
            <p:cNvPr id="479" name="TextBox 478">
              <a:extLst>
                <a:ext uri="{FF2B5EF4-FFF2-40B4-BE49-F238E27FC236}">
                  <a16:creationId xmlns:a16="http://schemas.microsoft.com/office/drawing/2014/main" id="{7AAB8707-864C-2A89-482B-85AB98E4323A}"/>
                </a:ext>
              </a:extLst>
            </p:cNvPr>
            <p:cNvSpPr txBox="1"/>
            <p:nvPr/>
          </p:nvSpPr>
          <p:spPr>
            <a:xfrm>
              <a:off x="4684574" y="2709714"/>
              <a:ext cx="346735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i="1" dirty="0">
                  <a:latin typeface="Times New Roman" panose="02020603050405020304" pitchFamily="18" charset="0"/>
                  <a:ea typeface="Cambria Math" panose="02040503050406030204" pitchFamily="18" charset="0"/>
                  <a:cs typeface="Times New Roman" panose="02020603050405020304" pitchFamily="18" charset="0"/>
                </a:rPr>
                <a:t>t</a:t>
              </a:r>
              <a:r>
                <a:rPr lang="en-US" altLang="zh-CN" sz="1400" i="1" baseline="-25000" dirty="0">
                  <a:latin typeface="Times New Roman" panose="02020603050405020304" pitchFamily="18" charset="0"/>
                  <a:ea typeface="Cambria Math" panose="02040503050406030204" pitchFamily="18" charset="0"/>
                  <a:cs typeface="Times New Roman" panose="02020603050405020304" pitchFamily="18" charset="0"/>
                </a:rPr>
                <a:t>5</a:t>
              </a:r>
            </a:p>
          </p:txBody>
        </p:sp>
      </p:grpSp>
      <p:sp>
        <p:nvSpPr>
          <p:cNvPr id="480" name="Right Arrow 479">
            <a:extLst>
              <a:ext uri="{FF2B5EF4-FFF2-40B4-BE49-F238E27FC236}">
                <a16:creationId xmlns:a16="http://schemas.microsoft.com/office/drawing/2014/main" id="{F775FE75-4208-BBB6-C2E9-F699D01292BC}"/>
              </a:ext>
            </a:extLst>
          </p:cNvPr>
          <p:cNvSpPr/>
          <p:nvPr/>
        </p:nvSpPr>
        <p:spPr>
          <a:xfrm>
            <a:off x="4705493" y="4685009"/>
            <a:ext cx="330521" cy="230748"/>
          </a:xfrm>
          <a:prstGeom prst="rightArrow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1" name="Rounded Rectangle 480">
            <a:extLst>
              <a:ext uri="{FF2B5EF4-FFF2-40B4-BE49-F238E27FC236}">
                <a16:creationId xmlns:a16="http://schemas.microsoft.com/office/drawing/2014/main" id="{D65A306B-2B28-4D88-6FF5-2E3E97C310CD}"/>
              </a:ext>
            </a:extLst>
          </p:cNvPr>
          <p:cNvSpPr/>
          <p:nvPr/>
        </p:nvSpPr>
        <p:spPr>
          <a:xfrm>
            <a:off x="9335749" y="4670038"/>
            <a:ext cx="1480876" cy="774715"/>
          </a:xfrm>
          <a:prstGeom prst="roundRect">
            <a:avLst>
              <a:gd name="adj" fmla="val 25496"/>
            </a:avLst>
          </a:prstGeom>
          <a:solidFill>
            <a:schemeClr val="accent2">
              <a:lumMod val="20000"/>
              <a:lumOff val="8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82" name="TextBox 481">
            <a:extLst>
              <a:ext uri="{FF2B5EF4-FFF2-40B4-BE49-F238E27FC236}">
                <a16:creationId xmlns:a16="http://schemas.microsoft.com/office/drawing/2014/main" id="{C6EEB2EF-4BE6-30FD-B233-22F959D194CD}"/>
              </a:ext>
            </a:extLst>
          </p:cNvPr>
          <p:cNvSpPr txBox="1"/>
          <p:nvPr/>
        </p:nvSpPr>
        <p:spPr>
          <a:xfrm>
            <a:off x="9610507" y="4680471"/>
            <a:ext cx="88806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latin typeface="Times New Roman" panose="020206030504050203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Reward</a:t>
            </a:r>
          </a:p>
        </p:txBody>
      </p:sp>
      <p:sp>
        <p:nvSpPr>
          <p:cNvPr id="483" name="Rounded Rectangle 482">
            <a:extLst>
              <a:ext uri="{FF2B5EF4-FFF2-40B4-BE49-F238E27FC236}">
                <a16:creationId xmlns:a16="http://schemas.microsoft.com/office/drawing/2014/main" id="{845E218B-6E36-141B-690D-EBC605ED3E2E}"/>
              </a:ext>
            </a:extLst>
          </p:cNvPr>
          <p:cNvSpPr/>
          <p:nvPr/>
        </p:nvSpPr>
        <p:spPr>
          <a:xfrm>
            <a:off x="9412843" y="5029007"/>
            <a:ext cx="538288" cy="338554"/>
          </a:xfrm>
          <a:prstGeom prst="roundRect">
            <a:avLst>
              <a:gd name="adj" fmla="val 50000"/>
            </a:avLst>
          </a:prstGeom>
          <a:solidFill>
            <a:schemeClr val="accent2">
              <a:lumMod val="20000"/>
              <a:lumOff val="80000"/>
            </a:schemeClr>
          </a:solidFill>
          <a:ln w="19050">
            <a:solidFill>
              <a:schemeClr val="accent2">
                <a:lumMod val="60000"/>
                <a:lumOff val="40000"/>
              </a:schemeClr>
            </a:solidFill>
            <a:prstDash val="sysDash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84" name="Rounded Rectangle 483">
            <a:extLst>
              <a:ext uri="{FF2B5EF4-FFF2-40B4-BE49-F238E27FC236}">
                <a16:creationId xmlns:a16="http://schemas.microsoft.com/office/drawing/2014/main" id="{447C4C2D-8B2C-9304-6B42-871C76C13A87}"/>
              </a:ext>
            </a:extLst>
          </p:cNvPr>
          <p:cNvSpPr/>
          <p:nvPr/>
        </p:nvSpPr>
        <p:spPr>
          <a:xfrm>
            <a:off x="10037766" y="5029133"/>
            <a:ext cx="698384" cy="338554"/>
          </a:xfrm>
          <a:prstGeom prst="roundRect">
            <a:avLst>
              <a:gd name="adj" fmla="val 50000"/>
            </a:avLst>
          </a:prstGeom>
          <a:solidFill>
            <a:schemeClr val="accent2">
              <a:lumMod val="20000"/>
              <a:lumOff val="80000"/>
            </a:schemeClr>
          </a:solidFill>
          <a:ln w="19050">
            <a:solidFill>
              <a:schemeClr val="accent2">
                <a:lumMod val="60000"/>
                <a:lumOff val="40000"/>
              </a:schemeClr>
            </a:solidFill>
            <a:prstDash val="sysDash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85" name="TextBox 484">
            <a:extLst>
              <a:ext uri="{FF2B5EF4-FFF2-40B4-BE49-F238E27FC236}">
                <a16:creationId xmlns:a16="http://schemas.microsoft.com/office/drawing/2014/main" id="{D68D40EA-BEA0-F9CA-657A-3E1873BE1BD5}"/>
              </a:ext>
            </a:extLst>
          </p:cNvPr>
          <p:cNvSpPr txBox="1"/>
          <p:nvPr/>
        </p:nvSpPr>
        <p:spPr>
          <a:xfrm>
            <a:off x="9412844" y="5044871"/>
            <a:ext cx="53828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i="1" dirty="0"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R</a:t>
            </a:r>
            <a:r>
              <a:rPr lang="en-US" sz="1400" i="1" baseline="-25000" dirty="0"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BK</a:t>
            </a:r>
            <a:endParaRPr lang="en-US" sz="1400" i="1" dirty="0">
              <a:latin typeface="Cambria Math" panose="02040503050406030204" pitchFamily="18" charset="0"/>
              <a:ea typeface="Cambria Math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486" name="Rounded Rectangle 485">
            <a:extLst>
              <a:ext uri="{FF2B5EF4-FFF2-40B4-BE49-F238E27FC236}">
                <a16:creationId xmlns:a16="http://schemas.microsoft.com/office/drawing/2014/main" id="{2957C220-6E3B-CAEB-4195-6ECFC15569FE}"/>
              </a:ext>
            </a:extLst>
          </p:cNvPr>
          <p:cNvSpPr/>
          <p:nvPr/>
        </p:nvSpPr>
        <p:spPr>
          <a:xfrm>
            <a:off x="8014214" y="3979950"/>
            <a:ext cx="2868695" cy="496177"/>
          </a:xfrm>
          <a:prstGeom prst="roundRect">
            <a:avLst>
              <a:gd name="adj" fmla="val 19565"/>
            </a:avLst>
          </a:prstGeom>
          <a:solidFill>
            <a:schemeClr val="bg1"/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87" name="Rounded Rectangle 486">
            <a:extLst>
              <a:ext uri="{FF2B5EF4-FFF2-40B4-BE49-F238E27FC236}">
                <a16:creationId xmlns:a16="http://schemas.microsoft.com/office/drawing/2014/main" id="{D182CE5B-30C5-8105-58B9-D212AE2B7264}"/>
              </a:ext>
            </a:extLst>
          </p:cNvPr>
          <p:cNvSpPr/>
          <p:nvPr/>
        </p:nvSpPr>
        <p:spPr>
          <a:xfrm>
            <a:off x="8124282" y="4076203"/>
            <a:ext cx="497936" cy="295882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lang="en-US" sz="1400" i="1" baseline="-25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en-US" sz="1400" i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88" name="Rounded Rectangle 487">
            <a:extLst>
              <a:ext uri="{FF2B5EF4-FFF2-40B4-BE49-F238E27FC236}">
                <a16:creationId xmlns:a16="http://schemas.microsoft.com/office/drawing/2014/main" id="{632297E6-4976-F915-49BF-84549B933D81}"/>
              </a:ext>
            </a:extLst>
          </p:cNvPr>
          <p:cNvSpPr/>
          <p:nvPr/>
        </p:nvSpPr>
        <p:spPr>
          <a:xfrm>
            <a:off x="8830041" y="4078767"/>
            <a:ext cx="497936" cy="295882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lang="en-US" sz="1400" i="1" baseline="-25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en-US" sz="1400" i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89" name="Rounded Rectangle 488">
            <a:extLst>
              <a:ext uri="{FF2B5EF4-FFF2-40B4-BE49-F238E27FC236}">
                <a16:creationId xmlns:a16="http://schemas.microsoft.com/office/drawing/2014/main" id="{F59A495E-C976-8B8F-CB99-BDD578D1EE75}"/>
              </a:ext>
            </a:extLst>
          </p:cNvPr>
          <p:cNvSpPr/>
          <p:nvPr/>
        </p:nvSpPr>
        <p:spPr>
          <a:xfrm>
            <a:off x="9545644" y="4078380"/>
            <a:ext cx="497936" cy="295882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lang="en-US" sz="1400" i="1" baseline="-25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endParaRPr lang="en-US" sz="1400" i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90" name="Rounded Rectangle 489">
            <a:extLst>
              <a:ext uri="{FF2B5EF4-FFF2-40B4-BE49-F238E27FC236}">
                <a16:creationId xmlns:a16="http://schemas.microsoft.com/office/drawing/2014/main" id="{31B62BC2-5387-8C67-0C42-948010D3B245}"/>
              </a:ext>
            </a:extLst>
          </p:cNvPr>
          <p:cNvSpPr/>
          <p:nvPr/>
        </p:nvSpPr>
        <p:spPr>
          <a:xfrm>
            <a:off x="10277562" y="4078380"/>
            <a:ext cx="497936" cy="295882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lang="en-US" sz="1400" i="1" baseline="-25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endParaRPr lang="en-US" sz="1400" i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91" name="TextBox 490">
            <a:extLst>
              <a:ext uri="{FF2B5EF4-FFF2-40B4-BE49-F238E27FC236}">
                <a16:creationId xmlns:a16="http://schemas.microsoft.com/office/drawing/2014/main" id="{25BCAADD-F8BC-7CA9-4C01-198D39A56661}"/>
              </a:ext>
            </a:extLst>
          </p:cNvPr>
          <p:cNvSpPr txBox="1"/>
          <p:nvPr/>
        </p:nvSpPr>
        <p:spPr>
          <a:xfrm>
            <a:off x="10022972" y="5046577"/>
            <a:ext cx="71317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i="1" dirty="0" err="1"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R</a:t>
            </a:r>
            <a:r>
              <a:rPr lang="en-US" sz="1400" i="1" baseline="-25000" dirty="0" err="1"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punish</a:t>
            </a:r>
            <a:endParaRPr lang="en-US" sz="1400" i="1" dirty="0">
              <a:latin typeface="Cambria Math" panose="02040503050406030204" pitchFamily="18" charset="0"/>
              <a:ea typeface="Cambria Math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492" name="Rounded Rectangle 491">
            <a:extLst>
              <a:ext uri="{FF2B5EF4-FFF2-40B4-BE49-F238E27FC236}">
                <a16:creationId xmlns:a16="http://schemas.microsoft.com/office/drawing/2014/main" id="{C9E71017-3714-C42A-9FC6-A3952D673D94}"/>
              </a:ext>
            </a:extLst>
          </p:cNvPr>
          <p:cNvSpPr/>
          <p:nvPr/>
        </p:nvSpPr>
        <p:spPr>
          <a:xfrm>
            <a:off x="8202771" y="4680471"/>
            <a:ext cx="1021349" cy="547639"/>
          </a:xfrm>
          <a:prstGeom prst="roundRect">
            <a:avLst>
              <a:gd name="adj" fmla="val 25496"/>
            </a:avLst>
          </a:prstGeom>
          <a:solidFill>
            <a:schemeClr val="tx2">
              <a:lumMod val="10000"/>
              <a:lumOff val="9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Reference</a:t>
            </a:r>
            <a:br>
              <a:rPr lang="en-US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Model</a:t>
            </a:r>
          </a:p>
        </p:txBody>
      </p:sp>
      <p:sp>
        <p:nvSpPr>
          <p:cNvPr id="493" name="Rounded Rectangle 492">
            <a:extLst>
              <a:ext uri="{FF2B5EF4-FFF2-40B4-BE49-F238E27FC236}">
                <a16:creationId xmlns:a16="http://schemas.microsoft.com/office/drawing/2014/main" id="{250FB61A-6CB3-3997-E678-9C35434C31EE}"/>
              </a:ext>
            </a:extLst>
          </p:cNvPr>
          <p:cNvSpPr/>
          <p:nvPr/>
        </p:nvSpPr>
        <p:spPr>
          <a:xfrm>
            <a:off x="8030363" y="5608674"/>
            <a:ext cx="2868695" cy="496177"/>
          </a:xfrm>
          <a:prstGeom prst="roundRect">
            <a:avLst>
              <a:gd name="adj" fmla="val 19565"/>
            </a:avLst>
          </a:prstGeom>
          <a:solidFill>
            <a:schemeClr val="bg1"/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94" name="Rounded Rectangle 493">
            <a:extLst>
              <a:ext uri="{FF2B5EF4-FFF2-40B4-BE49-F238E27FC236}">
                <a16:creationId xmlns:a16="http://schemas.microsoft.com/office/drawing/2014/main" id="{5B2C2DEE-9AA5-7437-B278-7FF06BBF864A}"/>
              </a:ext>
            </a:extLst>
          </p:cNvPr>
          <p:cNvSpPr/>
          <p:nvPr/>
        </p:nvSpPr>
        <p:spPr>
          <a:xfrm>
            <a:off x="8140431" y="5713636"/>
            <a:ext cx="497936" cy="295882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US" sz="1400" i="1" baseline="-25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en-US" sz="1400" i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95" name="Rounded Rectangle 494">
            <a:extLst>
              <a:ext uri="{FF2B5EF4-FFF2-40B4-BE49-F238E27FC236}">
                <a16:creationId xmlns:a16="http://schemas.microsoft.com/office/drawing/2014/main" id="{239D0D29-F556-3D06-2654-0BD105064EC1}"/>
              </a:ext>
            </a:extLst>
          </p:cNvPr>
          <p:cNvSpPr/>
          <p:nvPr/>
        </p:nvSpPr>
        <p:spPr>
          <a:xfrm>
            <a:off x="8846190" y="5716200"/>
            <a:ext cx="497936" cy="295882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US" sz="1400" i="1" baseline="-25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en-US" sz="1400" i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96" name="Rounded Rectangle 495">
            <a:extLst>
              <a:ext uri="{FF2B5EF4-FFF2-40B4-BE49-F238E27FC236}">
                <a16:creationId xmlns:a16="http://schemas.microsoft.com/office/drawing/2014/main" id="{E5AFDBBE-E001-1AE1-68A4-B184C2C0FEF8}"/>
              </a:ext>
            </a:extLst>
          </p:cNvPr>
          <p:cNvSpPr/>
          <p:nvPr/>
        </p:nvSpPr>
        <p:spPr>
          <a:xfrm>
            <a:off x="9561793" y="5715813"/>
            <a:ext cx="497936" cy="295882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US" sz="1400" i="1" baseline="-25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endParaRPr lang="en-US" sz="1400" i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97" name="Rounded Rectangle 496">
            <a:extLst>
              <a:ext uri="{FF2B5EF4-FFF2-40B4-BE49-F238E27FC236}">
                <a16:creationId xmlns:a16="http://schemas.microsoft.com/office/drawing/2014/main" id="{206EF665-4EF6-7547-3EE2-B9796A646A67}"/>
              </a:ext>
            </a:extLst>
          </p:cNvPr>
          <p:cNvSpPr/>
          <p:nvPr/>
        </p:nvSpPr>
        <p:spPr>
          <a:xfrm>
            <a:off x="10293711" y="5715813"/>
            <a:ext cx="497936" cy="295882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US" sz="1400" i="1" baseline="-25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endParaRPr lang="en-US" sz="1400" i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498" name="Curved Connector 497">
            <a:extLst>
              <a:ext uri="{FF2B5EF4-FFF2-40B4-BE49-F238E27FC236}">
                <a16:creationId xmlns:a16="http://schemas.microsoft.com/office/drawing/2014/main" id="{0533C60E-38B3-B66B-E12B-2D62CCFF5592}"/>
              </a:ext>
            </a:extLst>
          </p:cNvPr>
          <p:cNvCxnSpPr>
            <a:stCxn id="486" idx="2"/>
            <a:endCxn id="482" idx="0"/>
          </p:cNvCxnSpPr>
          <p:nvPr/>
        </p:nvCxnSpPr>
        <p:spPr>
          <a:xfrm rot="16200000" flipH="1">
            <a:off x="9649379" y="4275309"/>
            <a:ext cx="204344" cy="605979"/>
          </a:xfrm>
          <a:prstGeom prst="curvedConnector3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99" name="Curved Connector 498">
            <a:extLst>
              <a:ext uri="{FF2B5EF4-FFF2-40B4-BE49-F238E27FC236}">
                <a16:creationId xmlns:a16="http://schemas.microsoft.com/office/drawing/2014/main" id="{7E2C5997-A341-9F4F-8224-68477EAB76C9}"/>
              </a:ext>
            </a:extLst>
          </p:cNvPr>
          <p:cNvCxnSpPr>
            <a:cxnSpLocks/>
            <a:stCxn id="486" idx="2"/>
            <a:endCxn id="492" idx="0"/>
          </p:cNvCxnSpPr>
          <p:nvPr/>
        </p:nvCxnSpPr>
        <p:spPr>
          <a:xfrm rot="5400000">
            <a:off x="8978832" y="4210741"/>
            <a:ext cx="204344" cy="735116"/>
          </a:xfrm>
          <a:prstGeom prst="curved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00" name="Curved Connector 499">
            <a:extLst>
              <a:ext uri="{FF2B5EF4-FFF2-40B4-BE49-F238E27FC236}">
                <a16:creationId xmlns:a16="http://schemas.microsoft.com/office/drawing/2014/main" id="{C0414670-93EC-125F-F0F8-DB623035EE8E}"/>
              </a:ext>
            </a:extLst>
          </p:cNvPr>
          <p:cNvCxnSpPr>
            <a:cxnSpLocks/>
            <a:stCxn id="481" idx="2"/>
            <a:endCxn id="493" idx="0"/>
          </p:cNvCxnSpPr>
          <p:nvPr/>
        </p:nvCxnSpPr>
        <p:spPr>
          <a:xfrm rot="5400000">
            <a:off x="9688489" y="5220975"/>
            <a:ext cx="163921" cy="611476"/>
          </a:xfrm>
          <a:prstGeom prst="curved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01" name="Right Arrow 500">
            <a:extLst>
              <a:ext uri="{FF2B5EF4-FFF2-40B4-BE49-F238E27FC236}">
                <a16:creationId xmlns:a16="http://schemas.microsoft.com/office/drawing/2014/main" id="{F79E33CE-6C6F-C16F-BCB3-40BD3F9D28F0}"/>
              </a:ext>
            </a:extLst>
          </p:cNvPr>
          <p:cNvSpPr/>
          <p:nvPr/>
        </p:nvSpPr>
        <p:spPr>
          <a:xfrm>
            <a:off x="7455941" y="4685009"/>
            <a:ext cx="330521" cy="230748"/>
          </a:xfrm>
          <a:prstGeom prst="rightArrow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C1B8BF0-8AE7-B3A6-64E0-5399912C6278}"/>
              </a:ext>
            </a:extLst>
          </p:cNvPr>
          <p:cNvSpPr txBox="1"/>
          <p:nvPr/>
        </p:nvSpPr>
        <p:spPr>
          <a:xfrm>
            <a:off x="860346" y="3068845"/>
            <a:ext cx="1034366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(b) Training Paradigm</a:t>
            </a:r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8569FCBC-7296-D2A3-0CF5-C6280C094742}"/>
              </a:ext>
            </a:extLst>
          </p:cNvPr>
          <p:cNvCxnSpPr>
            <a:cxnSpLocks/>
          </p:cNvCxnSpPr>
          <p:nvPr/>
        </p:nvCxnSpPr>
        <p:spPr>
          <a:xfrm>
            <a:off x="860346" y="3008668"/>
            <a:ext cx="10343663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prstDash val="dash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4796100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42BE25-1849-4A91-E48E-D52B694721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" name="Rounded Rectangle 449">
            <a:extLst>
              <a:ext uri="{FF2B5EF4-FFF2-40B4-BE49-F238E27FC236}">
                <a16:creationId xmlns:a16="http://schemas.microsoft.com/office/drawing/2014/main" id="{B85BA303-8CEA-1DBC-D2BA-5269216F5BEF}"/>
              </a:ext>
            </a:extLst>
          </p:cNvPr>
          <p:cNvSpPr/>
          <p:nvPr/>
        </p:nvSpPr>
        <p:spPr>
          <a:xfrm>
            <a:off x="860346" y="989428"/>
            <a:ext cx="10343663" cy="1810963"/>
          </a:xfrm>
          <a:prstGeom prst="roundRect">
            <a:avLst>
              <a:gd name="adj" fmla="val 7862"/>
            </a:avLst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04" name="Oval 503">
            <a:extLst>
              <a:ext uri="{FF2B5EF4-FFF2-40B4-BE49-F238E27FC236}">
                <a16:creationId xmlns:a16="http://schemas.microsoft.com/office/drawing/2014/main" id="{AC73938C-347C-8B80-A4CF-81BF1D220A1B}"/>
              </a:ext>
            </a:extLst>
          </p:cNvPr>
          <p:cNvSpPr/>
          <p:nvPr/>
        </p:nvSpPr>
        <p:spPr>
          <a:xfrm>
            <a:off x="1867502" y="1681846"/>
            <a:ext cx="428617" cy="428617"/>
          </a:xfrm>
          <a:prstGeom prst="ellipse">
            <a:avLst/>
          </a:prstGeom>
          <a:solidFill>
            <a:schemeClr val="tx2">
              <a:lumMod val="25000"/>
              <a:lumOff val="7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dirty="0">
              <a:solidFill>
                <a:schemeClr val="tx1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505" name="Oval 504">
            <a:extLst>
              <a:ext uri="{FF2B5EF4-FFF2-40B4-BE49-F238E27FC236}">
                <a16:creationId xmlns:a16="http://schemas.microsoft.com/office/drawing/2014/main" id="{F3F69DAC-B5ED-5606-19DA-799A7EA48CDC}"/>
              </a:ext>
            </a:extLst>
          </p:cNvPr>
          <p:cNvSpPr/>
          <p:nvPr/>
        </p:nvSpPr>
        <p:spPr>
          <a:xfrm>
            <a:off x="2635671" y="1681846"/>
            <a:ext cx="428617" cy="428617"/>
          </a:xfrm>
          <a:prstGeom prst="ellipse">
            <a:avLst/>
          </a:prstGeom>
          <a:solidFill>
            <a:schemeClr val="tx2">
              <a:lumMod val="25000"/>
              <a:lumOff val="7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6" name="Oval 505">
            <a:extLst>
              <a:ext uri="{FF2B5EF4-FFF2-40B4-BE49-F238E27FC236}">
                <a16:creationId xmlns:a16="http://schemas.microsoft.com/office/drawing/2014/main" id="{A6F88036-B000-6AB7-EB06-AD4E75DB80BB}"/>
              </a:ext>
            </a:extLst>
          </p:cNvPr>
          <p:cNvSpPr/>
          <p:nvPr/>
        </p:nvSpPr>
        <p:spPr>
          <a:xfrm>
            <a:off x="3403840" y="1683077"/>
            <a:ext cx="428617" cy="428617"/>
          </a:xfrm>
          <a:prstGeom prst="ellipse">
            <a:avLst/>
          </a:prstGeom>
          <a:solidFill>
            <a:schemeClr val="tx2">
              <a:lumMod val="25000"/>
              <a:lumOff val="7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7" name="Oval 506">
            <a:extLst>
              <a:ext uri="{FF2B5EF4-FFF2-40B4-BE49-F238E27FC236}">
                <a16:creationId xmlns:a16="http://schemas.microsoft.com/office/drawing/2014/main" id="{80E36BF5-7B77-1970-C450-57D094A40113}"/>
              </a:ext>
            </a:extLst>
          </p:cNvPr>
          <p:cNvSpPr/>
          <p:nvPr/>
        </p:nvSpPr>
        <p:spPr>
          <a:xfrm>
            <a:off x="4172010" y="1681846"/>
            <a:ext cx="428617" cy="428617"/>
          </a:xfrm>
          <a:prstGeom prst="ellipse">
            <a:avLst/>
          </a:prstGeom>
          <a:solidFill>
            <a:srgbClr val="FF7E79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8" name="Oval 507">
            <a:extLst>
              <a:ext uri="{FF2B5EF4-FFF2-40B4-BE49-F238E27FC236}">
                <a16:creationId xmlns:a16="http://schemas.microsoft.com/office/drawing/2014/main" id="{3D17A0CB-A923-5677-A007-F71C6FC28A09}"/>
              </a:ext>
            </a:extLst>
          </p:cNvPr>
          <p:cNvSpPr/>
          <p:nvPr/>
        </p:nvSpPr>
        <p:spPr>
          <a:xfrm>
            <a:off x="4946417" y="1683671"/>
            <a:ext cx="428617" cy="428617"/>
          </a:xfrm>
          <a:prstGeom prst="ellipse">
            <a:avLst/>
          </a:prstGeom>
          <a:solidFill>
            <a:srgbClr val="FF7E79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9" name="Oval 508">
            <a:extLst>
              <a:ext uri="{FF2B5EF4-FFF2-40B4-BE49-F238E27FC236}">
                <a16:creationId xmlns:a16="http://schemas.microsoft.com/office/drawing/2014/main" id="{0939F9CD-0832-61EB-89D8-3B87021E1E3B}"/>
              </a:ext>
            </a:extLst>
          </p:cNvPr>
          <p:cNvSpPr/>
          <p:nvPr/>
        </p:nvSpPr>
        <p:spPr>
          <a:xfrm>
            <a:off x="5720825" y="1683671"/>
            <a:ext cx="428617" cy="428617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10" name="Straight Arrow Connector 509">
            <a:extLst>
              <a:ext uri="{FF2B5EF4-FFF2-40B4-BE49-F238E27FC236}">
                <a16:creationId xmlns:a16="http://schemas.microsoft.com/office/drawing/2014/main" id="{CD816026-7560-147F-0B27-F9A26DC86EFB}"/>
              </a:ext>
            </a:extLst>
          </p:cNvPr>
          <p:cNvCxnSpPr>
            <a:cxnSpLocks/>
            <a:endCxn id="505" idx="2"/>
          </p:cNvCxnSpPr>
          <p:nvPr/>
        </p:nvCxnSpPr>
        <p:spPr>
          <a:xfrm>
            <a:off x="2296119" y="1896155"/>
            <a:ext cx="339552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11" name="Straight Arrow Connector 510">
            <a:extLst>
              <a:ext uri="{FF2B5EF4-FFF2-40B4-BE49-F238E27FC236}">
                <a16:creationId xmlns:a16="http://schemas.microsoft.com/office/drawing/2014/main" id="{9484D683-8522-8568-B9F1-C9E758859AAB}"/>
              </a:ext>
            </a:extLst>
          </p:cNvPr>
          <p:cNvCxnSpPr>
            <a:cxnSpLocks/>
            <a:stCxn id="505" idx="6"/>
            <a:endCxn id="506" idx="2"/>
          </p:cNvCxnSpPr>
          <p:nvPr/>
        </p:nvCxnSpPr>
        <p:spPr>
          <a:xfrm>
            <a:off x="3064288" y="1896155"/>
            <a:ext cx="339552" cy="123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4" name="Straight Arrow Connector 63">
            <a:extLst>
              <a:ext uri="{FF2B5EF4-FFF2-40B4-BE49-F238E27FC236}">
                <a16:creationId xmlns:a16="http://schemas.microsoft.com/office/drawing/2014/main" id="{FBB289F9-1098-708E-8D79-F12BBFA55F10}"/>
              </a:ext>
            </a:extLst>
          </p:cNvPr>
          <p:cNvCxnSpPr>
            <a:cxnSpLocks/>
            <a:stCxn id="506" idx="6"/>
            <a:endCxn id="507" idx="2"/>
          </p:cNvCxnSpPr>
          <p:nvPr/>
        </p:nvCxnSpPr>
        <p:spPr>
          <a:xfrm flipV="1">
            <a:off x="3832457" y="1896155"/>
            <a:ext cx="339553" cy="123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5" name="Straight Arrow Connector 64">
            <a:extLst>
              <a:ext uri="{FF2B5EF4-FFF2-40B4-BE49-F238E27FC236}">
                <a16:creationId xmlns:a16="http://schemas.microsoft.com/office/drawing/2014/main" id="{4BE8838C-1FCC-815C-58DC-3AD6F48E4DD1}"/>
              </a:ext>
            </a:extLst>
          </p:cNvPr>
          <p:cNvCxnSpPr>
            <a:cxnSpLocks/>
            <a:stCxn id="507" idx="6"/>
            <a:endCxn id="508" idx="2"/>
          </p:cNvCxnSpPr>
          <p:nvPr/>
        </p:nvCxnSpPr>
        <p:spPr>
          <a:xfrm>
            <a:off x="4600627" y="1896155"/>
            <a:ext cx="345790" cy="182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6" name="Straight Arrow Connector 65">
            <a:extLst>
              <a:ext uri="{FF2B5EF4-FFF2-40B4-BE49-F238E27FC236}">
                <a16:creationId xmlns:a16="http://schemas.microsoft.com/office/drawing/2014/main" id="{AD441FF3-2D8A-1242-DE8D-D84453603668}"/>
              </a:ext>
            </a:extLst>
          </p:cNvPr>
          <p:cNvCxnSpPr>
            <a:cxnSpLocks/>
            <a:stCxn id="508" idx="6"/>
            <a:endCxn id="509" idx="2"/>
          </p:cNvCxnSpPr>
          <p:nvPr/>
        </p:nvCxnSpPr>
        <p:spPr>
          <a:xfrm>
            <a:off x="5375034" y="1897980"/>
            <a:ext cx="345791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67" name="Oval 66">
            <a:extLst>
              <a:ext uri="{FF2B5EF4-FFF2-40B4-BE49-F238E27FC236}">
                <a16:creationId xmlns:a16="http://schemas.microsoft.com/office/drawing/2014/main" id="{295B6F5A-AF21-E266-8A8E-88E384F7FE3E}"/>
              </a:ext>
            </a:extLst>
          </p:cNvPr>
          <p:cNvSpPr/>
          <p:nvPr/>
        </p:nvSpPr>
        <p:spPr>
          <a:xfrm>
            <a:off x="6502022" y="1679192"/>
            <a:ext cx="428617" cy="428617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8" name="Oval 67">
            <a:extLst>
              <a:ext uri="{FF2B5EF4-FFF2-40B4-BE49-F238E27FC236}">
                <a16:creationId xmlns:a16="http://schemas.microsoft.com/office/drawing/2014/main" id="{F60E8B4F-F561-07F9-E220-BA01E111FF11}"/>
              </a:ext>
            </a:extLst>
          </p:cNvPr>
          <p:cNvSpPr/>
          <p:nvPr/>
        </p:nvSpPr>
        <p:spPr>
          <a:xfrm>
            <a:off x="7331077" y="1675888"/>
            <a:ext cx="428617" cy="428617"/>
          </a:xfrm>
          <a:prstGeom prst="ellipse">
            <a:avLst/>
          </a:prstGeom>
          <a:solidFill>
            <a:schemeClr val="tx2">
              <a:lumMod val="25000"/>
              <a:lumOff val="7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9" name="Oval 68">
            <a:extLst>
              <a:ext uri="{FF2B5EF4-FFF2-40B4-BE49-F238E27FC236}">
                <a16:creationId xmlns:a16="http://schemas.microsoft.com/office/drawing/2014/main" id="{7AA08FAA-AC1C-8035-875D-B1CC9F6E45E6}"/>
              </a:ext>
            </a:extLst>
          </p:cNvPr>
          <p:cNvSpPr/>
          <p:nvPr/>
        </p:nvSpPr>
        <p:spPr>
          <a:xfrm>
            <a:off x="8088809" y="1679192"/>
            <a:ext cx="428617" cy="428617"/>
          </a:xfrm>
          <a:prstGeom prst="ellipse">
            <a:avLst/>
          </a:prstGeom>
          <a:solidFill>
            <a:schemeClr val="tx2">
              <a:lumMod val="25000"/>
              <a:lumOff val="7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0" name="Straight Arrow Connector 69">
            <a:extLst>
              <a:ext uri="{FF2B5EF4-FFF2-40B4-BE49-F238E27FC236}">
                <a16:creationId xmlns:a16="http://schemas.microsoft.com/office/drawing/2014/main" id="{848B0C7D-AD29-DB7C-A042-9CB378A77D3A}"/>
              </a:ext>
            </a:extLst>
          </p:cNvPr>
          <p:cNvCxnSpPr>
            <a:cxnSpLocks/>
            <a:stCxn id="68" idx="6"/>
            <a:endCxn id="69" idx="2"/>
          </p:cNvCxnSpPr>
          <p:nvPr/>
        </p:nvCxnSpPr>
        <p:spPr>
          <a:xfrm>
            <a:off x="7759694" y="1890197"/>
            <a:ext cx="329115" cy="330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71" name="TextBox 70">
            <a:extLst>
              <a:ext uri="{FF2B5EF4-FFF2-40B4-BE49-F238E27FC236}">
                <a16:creationId xmlns:a16="http://schemas.microsoft.com/office/drawing/2014/main" id="{AC21B4BA-E380-5A9F-5C2A-D37CD354CD2A}"/>
              </a:ext>
            </a:extLst>
          </p:cNvPr>
          <p:cNvSpPr txBox="1"/>
          <p:nvPr/>
        </p:nvSpPr>
        <p:spPr>
          <a:xfrm>
            <a:off x="1886311" y="1742712"/>
            <a:ext cx="3834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It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3FB75285-E690-1A90-D269-6A325D2FF628}"/>
              </a:ext>
            </a:extLst>
          </p:cNvPr>
          <p:cNvSpPr txBox="1"/>
          <p:nvPr/>
        </p:nvSpPr>
        <p:spPr>
          <a:xfrm>
            <a:off x="2658260" y="1746867"/>
            <a:ext cx="3834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is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79B3A338-56B7-1DAA-E1D4-AB1E134CAE54}"/>
              </a:ext>
            </a:extLst>
          </p:cNvPr>
          <p:cNvSpPr txBox="1"/>
          <p:nvPr/>
        </p:nvSpPr>
        <p:spPr>
          <a:xfrm>
            <a:off x="3473138" y="1739613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4B41979A-E4E9-B1C2-3A30-ED0976016B00}"/>
              </a:ext>
            </a:extLst>
          </p:cNvPr>
          <p:cNvSpPr txBox="1"/>
          <p:nvPr/>
        </p:nvSpPr>
        <p:spPr>
          <a:xfrm>
            <a:off x="2274146" y="1526499"/>
            <a:ext cx="36420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①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1A58703B-FFA8-556E-3060-4BC64C3443A3}"/>
              </a:ext>
            </a:extLst>
          </p:cNvPr>
          <p:cNvSpPr txBox="1"/>
          <p:nvPr/>
        </p:nvSpPr>
        <p:spPr>
          <a:xfrm>
            <a:off x="3046505" y="1529783"/>
            <a:ext cx="36420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②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74FA33A6-D0C3-7B20-E88A-60BB735F3931}"/>
              </a:ext>
            </a:extLst>
          </p:cNvPr>
          <p:cNvSpPr txBox="1"/>
          <p:nvPr/>
        </p:nvSpPr>
        <p:spPr>
          <a:xfrm>
            <a:off x="3812425" y="1530417"/>
            <a:ext cx="36420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③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8E9D7EDD-63D8-0BD1-AE98-CE834759DD3D}"/>
              </a:ext>
            </a:extLst>
          </p:cNvPr>
          <p:cNvSpPr txBox="1"/>
          <p:nvPr/>
        </p:nvSpPr>
        <p:spPr>
          <a:xfrm>
            <a:off x="4593273" y="1529782"/>
            <a:ext cx="36420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④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1D87AD8C-B28F-1FBA-F8C6-5FA8B4B9CFB6}"/>
              </a:ext>
            </a:extLst>
          </p:cNvPr>
          <p:cNvSpPr txBox="1"/>
          <p:nvPr/>
        </p:nvSpPr>
        <p:spPr>
          <a:xfrm>
            <a:off x="5345694" y="1529782"/>
            <a:ext cx="39946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⑤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69E187F7-B7A8-3A8F-CF34-3B8A2B8DE1F7}"/>
              </a:ext>
            </a:extLst>
          </p:cNvPr>
          <p:cNvSpPr txBox="1"/>
          <p:nvPr/>
        </p:nvSpPr>
        <p:spPr>
          <a:xfrm>
            <a:off x="5935132" y="2112288"/>
            <a:ext cx="36420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⑥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77CE7F86-E778-D96C-32A7-556166616BFA}"/>
              </a:ext>
            </a:extLst>
          </p:cNvPr>
          <p:cNvSpPr txBox="1"/>
          <p:nvPr/>
        </p:nvSpPr>
        <p:spPr>
          <a:xfrm>
            <a:off x="4077932" y="1229926"/>
            <a:ext cx="36420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⑦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257141AE-91F0-4356-DEF0-3B930AD16C0E}"/>
              </a:ext>
            </a:extLst>
          </p:cNvPr>
          <p:cNvSpPr txBox="1"/>
          <p:nvPr/>
        </p:nvSpPr>
        <p:spPr>
          <a:xfrm>
            <a:off x="6703301" y="2104505"/>
            <a:ext cx="36420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⑧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0321E9A8-A29F-2A4F-A244-FA7649E9948F}"/>
              </a:ext>
            </a:extLst>
          </p:cNvPr>
          <p:cNvSpPr txBox="1"/>
          <p:nvPr/>
        </p:nvSpPr>
        <p:spPr>
          <a:xfrm>
            <a:off x="3261544" y="1143147"/>
            <a:ext cx="36420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⑨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B37696CE-BA23-2822-2015-D6C6B04E37F1}"/>
              </a:ext>
            </a:extLst>
          </p:cNvPr>
          <p:cNvSpPr txBox="1"/>
          <p:nvPr/>
        </p:nvSpPr>
        <p:spPr>
          <a:xfrm>
            <a:off x="7747027" y="1530417"/>
            <a:ext cx="36420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⑩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38D896D1-1F24-2567-0311-451197D8C6EF}"/>
              </a:ext>
            </a:extLst>
          </p:cNvPr>
          <p:cNvSpPr txBox="1"/>
          <p:nvPr/>
        </p:nvSpPr>
        <p:spPr>
          <a:xfrm>
            <a:off x="4090772" y="1743497"/>
            <a:ext cx="58221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weak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4FDB91E7-8FD4-ED75-973F-A9D119A0E1BD}"/>
              </a:ext>
            </a:extLst>
          </p:cNvPr>
          <p:cNvSpPr txBox="1"/>
          <p:nvPr/>
        </p:nvSpPr>
        <p:spPr>
          <a:xfrm>
            <a:off x="4862830" y="1746867"/>
            <a:ext cx="58221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dirty="0" err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rej</a:t>
            </a:r>
            <a:r>
              <a:rPr lang="en-US" sz="14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.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8BB05A47-4884-93D3-E858-B8B4C86ED3F4}"/>
              </a:ext>
            </a:extLst>
          </p:cNvPr>
          <p:cNvSpPr txBox="1"/>
          <p:nvPr/>
        </p:nvSpPr>
        <p:spPr>
          <a:xfrm>
            <a:off x="5644027" y="1740412"/>
            <a:ext cx="58221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&lt;BK&gt;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543AC920-6126-4E71-BF61-6809408502EB}"/>
              </a:ext>
            </a:extLst>
          </p:cNvPr>
          <p:cNvSpPr txBox="1"/>
          <p:nvPr/>
        </p:nvSpPr>
        <p:spPr>
          <a:xfrm>
            <a:off x="6425224" y="1739613"/>
            <a:ext cx="58221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&lt;BK&gt;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FD674216-2062-87E9-ED4E-181665E72508}"/>
              </a:ext>
            </a:extLst>
          </p:cNvPr>
          <p:cNvSpPr txBox="1"/>
          <p:nvPr/>
        </p:nvSpPr>
        <p:spPr>
          <a:xfrm>
            <a:off x="7248381" y="1739613"/>
            <a:ext cx="58221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str.</a:t>
            </a: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C57DB328-4C14-65AB-3A6D-772C68BA6B49}"/>
              </a:ext>
            </a:extLst>
          </p:cNvPr>
          <p:cNvSpPr txBox="1"/>
          <p:nvPr/>
        </p:nvSpPr>
        <p:spPr>
          <a:xfrm>
            <a:off x="8005912" y="1739613"/>
            <a:ext cx="58221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acc.</a:t>
            </a:r>
          </a:p>
        </p:txBody>
      </p:sp>
      <p:cxnSp>
        <p:nvCxnSpPr>
          <p:cNvPr id="90" name="Elbow Connector 89">
            <a:extLst>
              <a:ext uri="{FF2B5EF4-FFF2-40B4-BE49-F238E27FC236}">
                <a16:creationId xmlns:a16="http://schemas.microsoft.com/office/drawing/2014/main" id="{EBCE3919-4BB8-5530-603A-4EC7FACA8C59}"/>
              </a:ext>
            </a:extLst>
          </p:cNvPr>
          <p:cNvCxnSpPr>
            <a:cxnSpLocks/>
            <a:stCxn id="507" idx="0"/>
            <a:endCxn id="67" idx="0"/>
          </p:cNvCxnSpPr>
          <p:nvPr/>
        </p:nvCxnSpPr>
        <p:spPr>
          <a:xfrm rot="5400000" flipH="1" flipV="1">
            <a:off x="5549998" y="515513"/>
            <a:ext cx="2654" cy="2330012"/>
          </a:xfrm>
          <a:prstGeom prst="bentConnector3">
            <a:avLst>
              <a:gd name="adj1" fmla="val 8713414"/>
            </a:avLst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Elbow Connector 90">
            <a:extLst>
              <a:ext uri="{FF2B5EF4-FFF2-40B4-BE49-F238E27FC236}">
                <a16:creationId xmlns:a16="http://schemas.microsoft.com/office/drawing/2014/main" id="{310A70DE-4C42-977E-33DE-98F5B7944DB4}"/>
              </a:ext>
            </a:extLst>
          </p:cNvPr>
          <p:cNvCxnSpPr>
            <a:cxnSpLocks/>
            <a:stCxn id="509" idx="4"/>
            <a:endCxn id="507" idx="4"/>
          </p:cNvCxnSpPr>
          <p:nvPr/>
        </p:nvCxnSpPr>
        <p:spPr>
          <a:xfrm rot="5400000" flipH="1">
            <a:off x="5159814" y="1336969"/>
            <a:ext cx="1825" cy="1548815"/>
          </a:xfrm>
          <a:prstGeom prst="bentConnector3">
            <a:avLst>
              <a:gd name="adj1" fmla="val -12526027"/>
            </a:avLst>
          </a:prstGeom>
          <a:ln>
            <a:solidFill>
              <a:schemeClr val="accent2">
                <a:lumMod val="60000"/>
                <a:lumOff val="4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Elbow Connector 91">
            <a:extLst>
              <a:ext uri="{FF2B5EF4-FFF2-40B4-BE49-F238E27FC236}">
                <a16:creationId xmlns:a16="http://schemas.microsoft.com/office/drawing/2014/main" id="{F8091E99-B540-8025-F90E-27A219D1B88E}"/>
              </a:ext>
            </a:extLst>
          </p:cNvPr>
          <p:cNvCxnSpPr>
            <a:cxnSpLocks/>
            <a:stCxn id="506" idx="0"/>
            <a:endCxn id="68" idx="0"/>
          </p:cNvCxnSpPr>
          <p:nvPr/>
        </p:nvCxnSpPr>
        <p:spPr>
          <a:xfrm rot="5400000" flipH="1" flipV="1">
            <a:off x="5578173" y="-284135"/>
            <a:ext cx="7189" cy="3927237"/>
          </a:xfrm>
          <a:prstGeom prst="bentConnector3">
            <a:avLst>
              <a:gd name="adj1" fmla="val 6459716"/>
            </a:avLst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Elbow Connector 92">
            <a:extLst>
              <a:ext uri="{FF2B5EF4-FFF2-40B4-BE49-F238E27FC236}">
                <a16:creationId xmlns:a16="http://schemas.microsoft.com/office/drawing/2014/main" id="{02F5FD92-4ABF-8DFF-7C9B-189DC7547423}"/>
              </a:ext>
            </a:extLst>
          </p:cNvPr>
          <p:cNvCxnSpPr>
            <a:cxnSpLocks/>
            <a:stCxn id="67" idx="4"/>
            <a:endCxn id="506" idx="4"/>
          </p:cNvCxnSpPr>
          <p:nvPr/>
        </p:nvCxnSpPr>
        <p:spPr>
          <a:xfrm rot="5400000">
            <a:off x="5165298" y="560660"/>
            <a:ext cx="3885" cy="3098182"/>
          </a:xfrm>
          <a:prstGeom prst="bentConnector3">
            <a:avLst>
              <a:gd name="adj1" fmla="val 12148494"/>
            </a:avLst>
          </a:prstGeom>
          <a:ln>
            <a:solidFill>
              <a:schemeClr val="accent2">
                <a:lumMod val="60000"/>
                <a:lumOff val="4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94" name="Table 93">
            <a:extLst>
              <a:ext uri="{FF2B5EF4-FFF2-40B4-BE49-F238E27FC236}">
                <a16:creationId xmlns:a16="http://schemas.microsoft.com/office/drawing/2014/main" id="{933B5264-8D2B-EE9D-E57A-EA69501AB732}"/>
              </a:ext>
            </a:extLst>
          </p:cNvPr>
          <p:cNvGraphicFramePr>
            <a:graphicFrameLocks noGrp="1"/>
          </p:cNvGraphicFramePr>
          <p:nvPr/>
        </p:nvGraphicFramePr>
        <p:xfrm>
          <a:off x="9589911" y="1248900"/>
          <a:ext cx="685332" cy="1295400"/>
        </p:xfrm>
        <a:graphic>
          <a:graphicData uri="http://schemas.openxmlformats.org/drawingml/2006/table">
            <a:tbl>
              <a:tblPr>
                <a:effectLst/>
                <a:tableStyleId>{5C22544A-7EE6-4342-B048-85BDC9FD1C3A}</a:tableStyleId>
              </a:tblPr>
              <a:tblGrid>
                <a:gridCol w="685332">
                  <a:extLst>
                    <a:ext uri="{9D8B030D-6E8A-4147-A177-3AD203B41FA5}">
                      <a16:colId xmlns:a16="http://schemas.microsoft.com/office/drawing/2014/main" val="1125551485"/>
                    </a:ext>
                  </a:extLst>
                </a:gridCol>
              </a:tblGrid>
              <a:tr h="182880"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It</a:t>
                      </a: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23596755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is</a:t>
                      </a: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3416003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a</a:t>
                      </a: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6570304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strong</a:t>
                      </a: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29994951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accept</a:t>
                      </a: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59578594"/>
                  </a:ext>
                </a:extLst>
              </a:tr>
            </a:tbl>
          </a:graphicData>
        </a:graphic>
      </p:graphicFrame>
      <p:sp>
        <p:nvSpPr>
          <p:cNvPr id="95" name="Right Arrow 94">
            <a:extLst>
              <a:ext uri="{FF2B5EF4-FFF2-40B4-BE49-F238E27FC236}">
                <a16:creationId xmlns:a16="http://schemas.microsoft.com/office/drawing/2014/main" id="{CE3CD700-C32B-7B40-B69B-A65C825F3A0C}"/>
              </a:ext>
            </a:extLst>
          </p:cNvPr>
          <p:cNvSpPr/>
          <p:nvPr/>
        </p:nvSpPr>
        <p:spPr>
          <a:xfrm>
            <a:off x="8846340" y="1789040"/>
            <a:ext cx="330521" cy="230748"/>
          </a:xfrm>
          <a:prstGeom prst="rightArrow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CA3923C-F7FF-690F-FF5C-226C0CA2C212}"/>
              </a:ext>
            </a:extLst>
          </p:cNvPr>
          <p:cNvSpPr txBox="1"/>
          <p:nvPr/>
        </p:nvSpPr>
        <p:spPr>
          <a:xfrm>
            <a:off x="1867502" y="658411"/>
            <a:ext cx="832935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(a) Non-Monotonic Generation</a:t>
            </a:r>
          </a:p>
        </p:txBody>
      </p:sp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85BF1A8B-AC10-018E-FD68-77F306D61253}"/>
              </a:ext>
            </a:extLst>
          </p:cNvPr>
          <p:cNvSpPr/>
          <p:nvPr/>
        </p:nvSpPr>
        <p:spPr>
          <a:xfrm>
            <a:off x="7674686" y="3428247"/>
            <a:ext cx="3529323" cy="2843201"/>
          </a:xfrm>
          <a:prstGeom prst="roundRect">
            <a:avLst>
              <a:gd name="adj" fmla="val 7862"/>
            </a:avLst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39F5F52D-A97C-CB30-5EA3-6BBC41A07B29}"/>
              </a:ext>
            </a:extLst>
          </p:cNvPr>
          <p:cNvSpPr/>
          <p:nvPr/>
        </p:nvSpPr>
        <p:spPr>
          <a:xfrm>
            <a:off x="860346" y="3426492"/>
            <a:ext cx="3845147" cy="2843201"/>
          </a:xfrm>
          <a:prstGeom prst="roundRect">
            <a:avLst>
              <a:gd name="adj" fmla="val 7862"/>
            </a:avLst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E6E1E5F-E8CB-1C85-C03E-EAC5102C815E}"/>
              </a:ext>
            </a:extLst>
          </p:cNvPr>
          <p:cNvSpPr/>
          <p:nvPr/>
        </p:nvSpPr>
        <p:spPr>
          <a:xfrm>
            <a:off x="2474819" y="4033694"/>
            <a:ext cx="273722" cy="274320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3BB4F0F-C5A6-B09B-374B-53926657D2EF}"/>
              </a:ext>
            </a:extLst>
          </p:cNvPr>
          <p:cNvSpPr/>
          <p:nvPr/>
        </p:nvSpPr>
        <p:spPr>
          <a:xfrm>
            <a:off x="2751459" y="4033694"/>
            <a:ext cx="273722" cy="274320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FCA4D67-C88B-E254-02CD-1AECAC2D064D}"/>
              </a:ext>
            </a:extLst>
          </p:cNvPr>
          <p:cNvSpPr/>
          <p:nvPr/>
        </p:nvSpPr>
        <p:spPr>
          <a:xfrm>
            <a:off x="3025181" y="4033694"/>
            <a:ext cx="273722" cy="274320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02B2C4E-EA8A-E3B6-031D-86C22F48A8FB}"/>
              </a:ext>
            </a:extLst>
          </p:cNvPr>
          <p:cNvSpPr/>
          <p:nvPr/>
        </p:nvSpPr>
        <p:spPr>
          <a:xfrm>
            <a:off x="3298903" y="4033694"/>
            <a:ext cx="273722" cy="274320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BC35734-F645-1AB0-665A-E3E7F327F596}"/>
              </a:ext>
            </a:extLst>
          </p:cNvPr>
          <p:cNvSpPr/>
          <p:nvPr/>
        </p:nvSpPr>
        <p:spPr>
          <a:xfrm>
            <a:off x="2751459" y="4677227"/>
            <a:ext cx="273722" cy="274320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2EF0226-34BF-5000-C3F6-8D007B758823}"/>
              </a:ext>
            </a:extLst>
          </p:cNvPr>
          <p:cNvSpPr/>
          <p:nvPr/>
        </p:nvSpPr>
        <p:spPr>
          <a:xfrm>
            <a:off x="3025181" y="4677227"/>
            <a:ext cx="273722" cy="274320"/>
          </a:xfrm>
          <a:prstGeom prst="rect">
            <a:avLst/>
          </a:prstGeom>
          <a:solidFill>
            <a:srgbClr val="FF7E79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EFBE5E2-3FF7-6DB1-6BD1-6FDC1BD0A1D5}"/>
              </a:ext>
            </a:extLst>
          </p:cNvPr>
          <p:cNvSpPr/>
          <p:nvPr/>
        </p:nvSpPr>
        <p:spPr>
          <a:xfrm>
            <a:off x="2474819" y="5320761"/>
            <a:ext cx="273722" cy="274320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2F4804F2-10DA-D9D1-2CB2-DBAF87136EEF}"/>
              </a:ext>
            </a:extLst>
          </p:cNvPr>
          <p:cNvSpPr/>
          <p:nvPr/>
        </p:nvSpPr>
        <p:spPr>
          <a:xfrm>
            <a:off x="2751459" y="5320761"/>
            <a:ext cx="273722" cy="274320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AA6DD88-D45B-1CFD-E5C8-A89DA6977EDE}"/>
              </a:ext>
            </a:extLst>
          </p:cNvPr>
          <p:cNvSpPr/>
          <p:nvPr/>
        </p:nvSpPr>
        <p:spPr>
          <a:xfrm>
            <a:off x="3025181" y="5320761"/>
            <a:ext cx="273722" cy="274320"/>
          </a:xfrm>
          <a:prstGeom prst="rect">
            <a:avLst/>
          </a:prstGeom>
          <a:solidFill>
            <a:srgbClr val="FF7E79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46FE5784-D1E3-1E43-2B4D-80858022B0A8}"/>
              </a:ext>
            </a:extLst>
          </p:cNvPr>
          <p:cNvSpPr/>
          <p:nvPr/>
        </p:nvSpPr>
        <p:spPr>
          <a:xfrm>
            <a:off x="3298903" y="5320761"/>
            <a:ext cx="273722" cy="27432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DDD762EE-55E7-23EA-06F4-C4D74ECA81AF}"/>
              </a:ext>
            </a:extLst>
          </p:cNvPr>
          <p:cNvSpPr/>
          <p:nvPr/>
        </p:nvSpPr>
        <p:spPr>
          <a:xfrm>
            <a:off x="3574085" y="5320761"/>
            <a:ext cx="273722" cy="274320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965328B5-182F-E37C-4BDC-00B49D45992D}"/>
              </a:ext>
            </a:extLst>
          </p:cNvPr>
          <p:cNvSpPr/>
          <p:nvPr/>
        </p:nvSpPr>
        <p:spPr>
          <a:xfrm>
            <a:off x="3847807" y="5320761"/>
            <a:ext cx="273722" cy="274320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ounded Rectangle 25">
            <a:extLst>
              <a:ext uri="{FF2B5EF4-FFF2-40B4-BE49-F238E27FC236}">
                <a16:creationId xmlns:a16="http://schemas.microsoft.com/office/drawing/2014/main" id="{BB3BB2A9-58B8-A1E4-C006-5BD8EEC1A82F}"/>
              </a:ext>
            </a:extLst>
          </p:cNvPr>
          <p:cNvSpPr/>
          <p:nvPr/>
        </p:nvSpPr>
        <p:spPr>
          <a:xfrm>
            <a:off x="2433409" y="4632661"/>
            <a:ext cx="630264" cy="371959"/>
          </a:xfrm>
          <a:prstGeom prst="roundRect">
            <a:avLst/>
          </a:prstGeom>
          <a:noFill/>
          <a:ln w="12700">
            <a:solidFill>
              <a:schemeClr val="tx1">
                <a:lumMod val="50000"/>
                <a:lumOff val="50000"/>
              </a:schemeClr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ounded Rectangle 26">
            <a:extLst>
              <a:ext uri="{FF2B5EF4-FFF2-40B4-BE49-F238E27FC236}">
                <a16:creationId xmlns:a16="http://schemas.microsoft.com/office/drawing/2014/main" id="{0B455879-3067-EF42-6D66-0717AA264879}"/>
              </a:ext>
            </a:extLst>
          </p:cNvPr>
          <p:cNvSpPr/>
          <p:nvPr/>
        </p:nvSpPr>
        <p:spPr>
          <a:xfrm>
            <a:off x="2983771" y="3984287"/>
            <a:ext cx="630264" cy="371959"/>
          </a:xfrm>
          <a:prstGeom prst="roundRect">
            <a:avLst/>
          </a:prstGeom>
          <a:noFill/>
          <a:ln w="12700">
            <a:solidFill>
              <a:schemeClr val="tx1">
                <a:lumMod val="50000"/>
                <a:lumOff val="50000"/>
              </a:schemeClr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0" name="Curved Connector 29">
            <a:extLst>
              <a:ext uri="{FF2B5EF4-FFF2-40B4-BE49-F238E27FC236}">
                <a16:creationId xmlns:a16="http://schemas.microsoft.com/office/drawing/2014/main" id="{045C96A9-4D2E-AA6B-31AF-6EC2CE53E72F}"/>
              </a:ext>
            </a:extLst>
          </p:cNvPr>
          <p:cNvCxnSpPr>
            <a:cxnSpLocks/>
            <a:stCxn id="19" idx="2"/>
            <a:endCxn id="26" idx="0"/>
          </p:cNvCxnSpPr>
          <p:nvPr/>
        </p:nvCxnSpPr>
        <p:spPr>
          <a:xfrm rot="5400000">
            <a:off x="2615054" y="4497627"/>
            <a:ext cx="268521" cy="1546"/>
          </a:xfrm>
          <a:prstGeom prst="curvedConnector3">
            <a:avLst>
              <a:gd name="adj1" fmla="val 50000"/>
            </a:avLst>
          </a:prstGeom>
          <a:ln>
            <a:solidFill>
              <a:schemeClr val="tx2">
                <a:lumMod val="25000"/>
                <a:lumOff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urved Connector 30">
            <a:extLst>
              <a:ext uri="{FF2B5EF4-FFF2-40B4-BE49-F238E27FC236}">
                <a16:creationId xmlns:a16="http://schemas.microsoft.com/office/drawing/2014/main" id="{198420BE-6F9E-CB91-2700-E85968845E05}"/>
              </a:ext>
            </a:extLst>
          </p:cNvPr>
          <p:cNvCxnSpPr>
            <a:cxnSpLocks/>
            <a:stCxn id="27" idx="3"/>
            <a:endCxn id="33" idx="0"/>
          </p:cNvCxnSpPr>
          <p:nvPr/>
        </p:nvCxnSpPr>
        <p:spPr>
          <a:xfrm>
            <a:off x="3614035" y="4170267"/>
            <a:ext cx="233772" cy="1109669"/>
          </a:xfrm>
          <a:prstGeom prst="curvedConnector2">
            <a:avLst/>
          </a:prstGeom>
          <a:ln>
            <a:solidFill>
              <a:schemeClr val="tx2">
                <a:lumMod val="25000"/>
                <a:lumOff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ounded Rectangle 31">
            <a:extLst>
              <a:ext uri="{FF2B5EF4-FFF2-40B4-BE49-F238E27FC236}">
                <a16:creationId xmlns:a16="http://schemas.microsoft.com/office/drawing/2014/main" id="{6DD0D1D2-70F8-21A9-227D-852689EE8DE0}"/>
              </a:ext>
            </a:extLst>
          </p:cNvPr>
          <p:cNvSpPr/>
          <p:nvPr/>
        </p:nvSpPr>
        <p:spPr>
          <a:xfrm>
            <a:off x="2431947" y="5276195"/>
            <a:ext cx="630264" cy="371959"/>
          </a:xfrm>
          <a:prstGeom prst="roundRect">
            <a:avLst/>
          </a:prstGeom>
          <a:noFill/>
          <a:ln w="12700">
            <a:solidFill>
              <a:schemeClr val="tx1">
                <a:lumMod val="50000"/>
                <a:lumOff val="50000"/>
              </a:schemeClr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ounded Rectangle 32">
            <a:extLst>
              <a:ext uri="{FF2B5EF4-FFF2-40B4-BE49-F238E27FC236}">
                <a16:creationId xmlns:a16="http://schemas.microsoft.com/office/drawing/2014/main" id="{81CC127E-5DEA-DB7D-4D41-EEA0130282A6}"/>
              </a:ext>
            </a:extLst>
          </p:cNvPr>
          <p:cNvSpPr/>
          <p:nvPr/>
        </p:nvSpPr>
        <p:spPr>
          <a:xfrm>
            <a:off x="3532675" y="5279936"/>
            <a:ext cx="630264" cy="371959"/>
          </a:xfrm>
          <a:prstGeom prst="roundRect">
            <a:avLst/>
          </a:prstGeom>
          <a:noFill/>
          <a:ln w="12700">
            <a:solidFill>
              <a:schemeClr val="tx1">
                <a:lumMod val="50000"/>
                <a:lumOff val="50000"/>
              </a:schemeClr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5B5C7EB4-3C6F-4946-2072-3A61E2857B7C}"/>
              </a:ext>
            </a:extLst>
          </p:cNvPr>
          <p:cNvCxnSpPr>
            <a:stCxn id="11" idx="2"/>
            <a:endCxn id="16" idx="0"/>
          </p:cNvCxnSpPr>
          <p:nvPr/>
        </p:nvCxnSpPr>
        <p:spPr>
          <a:xfrm>
            <a:off x="3162042" y="4951547"/>
            <a:ext cx="0" cy="369214"/>
          </a:xfrm>
          <a:prstGeom prst="straightConnector1">
            <a:avLst/>
          </a:prstGeom>
          <a:ln w="19050">
            <a:solidFill>
              <a:srgbClr val="FF26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14264EC9-5F3B-6EB3-287B-DC5546352A4D}"/>
              </a:ext>
            </a:extLst>
          </p:cNvPr>
          <p:cNvCxnSpPr>
            <a:cxnSpLocks/>
            <a:stCxn id="11" idx="2"/>
            <a:endCxn id="17" idx="0"/>
          </p:cNvCxnSpPr>
          <p:nvPr/>
        </p:nvCxnSpPr>
        <p:spPr>
          <a:xfrm>
            <a:off x="3162042" y="4951547"/>
            <a:ext cx="273722" cy="369214"/>
          </a:xfrm>
          <a:prstGeom prst="straightConnector1">
            <a:avLst/>
          </a:prstGeom>
          <a:ln w="19050">
            <a:solidFill>
              <a:schemeClr val="accent2">
                <a:lumMod val="60000"/>
                <a:lumOff val="4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503" name="Group 502">
            <a:extLst>
              <a:ext uri="{FF2B5EF4-FFF2-40B4-BE49-F238E27FC236}">
                <a16:creationId xmlns:a16="http://schemas.microsoft.com/office/drawing/2014/main" id="{35317184-C4A9-DEB3-16ED-8267F0469879}"/>
              </a:ext>
            </a:extLst>
          </p:cNvPr>
          <p:cNvGrpSpPr/>
          <p:nvPr/>
        </p:nvGrpSpPr>
        <p:grpSpPr>
          <a:xfrm>
            <a:off x="1297697" y="5849886"/>
            <a:ext cx="1322599" cy="307777"/>
            <a:chOff x="1297697" y="5795382"/>
            <a:chExt cx="1322599" cy="307777"/>
          </a:xfrm>
        </p:grpSpPr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F079931D-F7F2-A733-4444-476186951163}"/>
                </a:ext>
              </a:extLst>
            </p:cNvPr>
            <p:cNvSpPr/>
            <p:nvPr/>
          </p:nvSpPr>
          <p:spPr>
            <a:xfrm>
              <a:off x="1297697" y="5804116"/>
              <a:ext cx="273722" cy="274320"/>
            </a:xfrm>
            <a:prstGeom prst="rect">
              <a:avLst/>
            </a:prstGeom>
            <a:solidFill>
              <a:srgbClr val="FF7E79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A8E6AEB9-88A7-A44F-56C2-E8AC7452EF27}"/>
                </a:ext>
              </a:extLst>
            </p:cNvPr>
            <p:cNvSpPr txBox="1"/>
            <p:nvPr/>
          </p:nvSpPr>
          <p:spPr>
            <a:xfrm>
              <a:off x="1571419" y="5795382"/>
              <a:ext cx="104887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>
                  <a:latin typeface="Times New Roman" panose="02020603050405020304" pitchFamily="18" charset="0"/>
                  <a:ea typeface="Cambria Math" panose="02040503050406030204" pitchFamily="18" charset="0"/>
                  <a:cs typeface="Times New Roman" panose="02020603050405020304" pitchFamily="18" charset="0"/>
                </a:rPr>
                <a:t>Error Token</a:t>
              </a:r>
            </a:p>
          </p:txBody>
        </p:sp>
      </p:grpSp>
      <p:grpSp>
        <p:nvGrpSpPr>
          <p:cNvPr id="96" name="Group 95">
            <a:extLst>
              <a:ext uri="{FF2B5EF4-FFF2-40B4-BE49-F238E27FC236}">
                <a16:creationId xmlns:a16="http://schemas.microsoft.com/office/drawing/2014/main" id="{E726D7E2-41C5-205E-D7B9-CC57A75AFD5F}"/>
              </a:ext>
            </a:extLst>
          </p:cNvPr>
          <p:cNvGrpSpPr/>
          <p:nvPr/>
        </p:nvGrpSpPr>
        <p:grpSpPr>
          <a:xfrm>
            <a:off x="2750292" y="5848585"/>
            <a:ext cx="1675260" cy="307777"/>
            <a:chOff x="2750292" y="5794081"/>
            <a:chExt cx="1675260" cy="307777"/>
          </a:xfrm>
        </p:grpSpPr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65D0456A-0AEF-A0E6-B938-48FD07AFB560}"/>
                </a:ext>
              </a:extLst>
            </p:cNvPr>
            <p:cNvSpPr/>
            <p:nvPr/>
          </p:nvSpPr>
          <p:spPr>
            <a:xfrm>
              <a:off x="2750292" y="5802815"/>
              <a:ext cx="273722" cy="274320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DD58F6F2-A567-8B2C-6144-C5760D210A89}"/>
                </a:ext>
              </a:extLst>
            </p:cNvPr>
            <p:cNvSpPr txBox="1"/>
            <p:nvPr/>
          </p:nvSpPr>
          <p:spPr>
            <a:xfrm>
              <a:off x="3024014" y="5794081"/>
              <a:ext cx="1401538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>
                  <a:latin typeface="Times New Roman" panose="02020603050405020304" pitchFamily="18" charset="0"/>
                  <a:ea typeface="Cambria Math" panose="02040503050406030204" pitchFamily="18" charset="0"/>
                  <a:cs typeface="Times New Roman" panose="02020603050405020304" pitchFamily="18" charset="0"/>
                </a:rPr>
                <a:t>Undo Token</a:t>
              </a:r>
            </a:p>
          </p:txBody>
        </p:sp>
      </p:grpSp>
      <p:sp>
        <p:nvSpPr>
          <p:cNvPr id="40" name="TextBox 39">
            <a:extLst>
              <a:ext uri="{FF2B5EF4-FFF2-40B4-BE49-F238E27FC236}">
                <a16:creationId xmlns:a16="http://schemas.microsoft.com/office/drawing/2014/main" id="{033C01BD-17C8-6E16-B186-A5C74B46859D}"/>
              </a:ext>
            </a:extLst>
          </p:cNvPr>
          <p:cNvSpPr txBox="1"/>
          <p:nvPr/>
        </p:nvSpPr>
        <p:spPr>
          <a:xfrm>
            <a:off x="1389751" y="4024960"/>
            <a:ext cx="91403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i="1" dirty="0">
                <a:latin typeface="Times New Roman" panose="020206030504050203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Reference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8ED2E0C7-A661-A302-728B-505173EACC56}"/>
              </a:ext>
            </a:extLst>
          </p:cNvPr>
          <p:cNvSpPr txBox="1"/>
          <p:nvPr/>
        </p:nvSpPr>
        <p:spPr>
          <a:xfrm>
            <a:off x="1389751" y="4658715"/>
            <a:ext cx="94448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i="1" dirty="0">
                <a:latin typeface="Times New Roman" panose="020206030504050203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Generated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AAFAD12B-AE43-6C4A-9D05-47F914825B56}"/>
              </a:ext>
            </a:extLst>
          </p:cNvPr>
          <p:cNvSpPr txBox="1"/>
          <p:nvPr/>
        </p:nvSpPr>
        <p:spPr>
          <a:xfrm>
            <a:off x="1389751" y="5303294"/>
            <a:ext cx="102303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i="1" dirty="0">
                <a:latin typeface="Times New Roman" panose="020206030504050203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Augmented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120C199D-D928-7EFF-355D-F6E7DEA15344}"/>
              </a:ext>
            </a:extLst>
          </p:cNvPr>
          <p:cNvSpPr txBox="1"/>
          <p:nvPr/>
        </p:nvSpPr>
        <p:spPr>
          <a:xfrm>
            <a:off x="860347" y="3511441"/>
            <a:ext cx="384514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(1) Sequence Augmentation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67D8B31B-8F88-F991-B624-48F8A0FE1F01}"/>
              </a:ext>
            </a:extLst>
          </p:cNvPr>
          <p:cNvSpPr txBox="1"/>
          <p:nvPr/>
        </p:nvSpPr>
        <p:spPr>
          <a:xfrm>
            <a:off x="7674686" y="3507738"/>
            <a:ext cx="352932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(3) GRPO</a:t>
            </a:r>
          </a:p>
        </p:txBody>
      </p:sp>
      <p:sp>
        <p:nvSpPr>
          <p:cNvPr id="46" name="Rounded Rectangle 45">
            <a:extLst>
              <a:ext uri="{FF2B5EF4-FFF2-40B4-BE49-F238E27FC236}">
                <a16:creationId xmlns:a16="http://schemas.microsoft.com/office/drawing/2014/main" id="{42B8B1E9-6350-3CB4-27CD-C52B42803BDB}"/>
              </a:ext>
            </a:extLst>
          </p:cNvPr>
          <p:cNvSpPr/>
          <p:nvPr/>
        </p:nvSpPr>
        <p:spPr>
          <a:xfrm>
            <a:off x="4917127" y="3426492"/>
            <a:ext cx="2532107" cy="2843201"/>
          </a:xfrm>
          <a:prstGeom prst="roundRect">
            <a:avLst>
              <a:gd name="adj" fmla="val 7862"/>
            </a:avLst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97" name="Group 96">
            <a:extLst>
              <a:ext uri="{FF2B5EF4-FFF2-40B4-BE49-F238E27FC236}">
                <a16:creationId xmlns:a16="http://schemas.microsoft.com/office/drawing/2014/main" id="{C66FE867-FB27-CA83-1053-6993D477AD91}"/>
              </a:ext>
            </a:extLst>
          </p:cNvPr>
          <p:cNvGrpSpPr/>
          <p:nvPr/>
        </p:nvGrpSpPr>
        <p:grpSpPr>
          <a:xfrm>
            <a:off x="5610785" y="5859042"/>
            <a:ext cx="1516563" cy="307777"/>
            <a:chOff x="5610785" y="5804538"/>
            <a:chExt cx="1516563" cy="307777"/>
          </a:xfrm>
        </p:grpSpPr>
        <p:sp>
          <p:nvSpPr>
            <p:cNvPr id="47" name="Rectangle 46">
              <a:extLst>
                <a:ext uri="{FF2B5EF4-FFF2-40B4-BE49-F238E27FC236}">
                  <a16:creationId xmlns:a16="http://schemas.microsoft.com/office/drawing/2014/main" id="{EB36CE1C-D6D2-E16C-5BD2-618259B39C5E}"/>
                </a:ext>
              </a:extLst>
            </p:cNvPr>
            <p:cNvSpPr/>
            <p:nvPr/>
          </p:nvSpPr>
          <p:spPr>
            <a:xfrm>
              <a:off x="5610785" y="5813272"/>
              <a:ext cx="273722" cy="274320"/>
            </a:xfrm>
            <a:prstGeom prst="rect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ABDFF9B3-C903-FC2A-DB14-9F0632B6F0B0}"/>
                </a:ext>
              </a:extLst>
            </p:cNvPr>
            <p:cNvSpPr txBox="1"/>
            <p:nvPr/>
          </p:nvSpPr>
          <p:spPr>
            <a:xfrm>
              <a:off x="5884507" y="5804538"/>
              <a:ext cx="1242841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>
                  <a:latin typeface="Times New Roman" panose="02020603050405020304" pitchFamily="18" charset="0"/>
                  <a:ea typeface="Cambria Math" panose="02040503050406030204" pitchFamily="18" charset="0"/>
                  <a:cs typeface="Times New Roman" panose="02020603050405020304" pitchFamily="18" charset="0"/>
                </a:rPr>
                <a:t>Masked Token</a:t>
              </a:r>
            </a:p>
          </p:txBody>
        </p:sp>
      </p:grpSp>
      <p:sp>
        <p:nvSpPr>
          <p:cNvPr id="49" name="TextBox 48">
            <a:extLst>
              <a:ext uri="{FF2B5EF4-FFF2-40B4-BE49-F238E27FC236}">
                <a16:creationId xmlns:a16="http://schemas.microsoft.com/office/drawing/2014/main" id="{8A1E7645-0A79-C67F-5E1F-C4AC16B20D62}"/>
              </a:ext>
            </a:extLst>
          </p:cNvPr>
          <p:cNvSpPr txBox="1"/>
          <p:nvPr/>
        </p:nvSpPr>
        <p:spPr>
          <a:xfrm>
            <a:off x="4917126" y="3516447"/>
            <a:ext cx="253210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(2) Masked SFT</a:t>
            </a:r>
          </a:p>
        </p:txBody>
      </p:sp>
      <p:grpSp>
        <p:nvGrpSpPr>
          <p:cNvPr id="50" name="Group 49">
            <a:extLst>
              <a:ext uri="{FF2B5EF4-FFF2-40B4-BE49-F238E27FC236}">
                <a16:creationId xmlns:a16="http://schemas.microsoft.com/office/drawing/2014/main" id="{DFE532C9-CF89-0C3B-CA94-3EB038A79A66}"/>
              </a:ext>
            </a:extLst>
          </p:cNvPr>
          <p:cNvGrpSpPr/>
          <p:nvPr/>
        </p:nvGrpSpPr>
        <p:grpSpPr>
          <a:xfrm>
            <a:off x="5099371" y="3962374"/>
            <a:ext cx="2046932" cy="1708296"/>
            <a:chOff x="4684574" y="1309195"/>
            <a:chExt cx="2046932" cy="1708296"/>
          </a:xfrm>
        </p:grpSpPr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7D27E888-F19A-29A8-0F6B-F6F8278628D5}"/>
                </a:ext>
              </a:extLst>
            </p:cNvPr>
            <p:cNvSpPr txBox="1"/>
            <p:nvPr/>
          </p:nvSpPr>
          <p:spPr>
            <a:xfrm>
              <a:off x="4687492" y="1309195"/>
              <a:ext cx="346735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i="1" dirty="0">
                  <a:latin typeface="Times New Roman" panose="02020603050405020304" pitchFamily="18" charset="0"/>
                  <a:ea typeface="Cambria Math" panose="02040503050406030204" pitchFamily="18" charset="0"/>
                  <a:cs typeface="Times New Roman" panose="02020603050405020304" pitchFamily="18" charset="0"/>
                </a:rPr>
                <a:t>t</a:t>
              </a:r>
              <a:r>
                <a:rPr lang="en-US" altLang="zh-CN" sz="1400" i="1" baseline="-25000" dirty="0">
                  <a:latin typeface="Times New Roman" panose="02020603050405020304" pitchFamily="18" charset="0"/>
                  <a:ea typeface="Cambria Math" panose="02040503050406030204" pitchFamily="18" charset="0"/>
                  <a:cs typeface="Times New Roman" panose="02020603050405020304" pitchFamily="18" charset="0"/>
                </a:rPr>
                <a:t>0</a:t>
              </a:r>
            </a:p>
          </p:txBody>
        </p:sp>
        <p:sp>
          <p:nvSpPr>
            <p:cNvPr id="52" name="Rectangle 51">
              <a:extLst>
                <a:ext uri="{FF2B5EF4-FFF2-40B4-BE49-F238E27FC236}">
                  <a16:creationId xmlns:a16="http://schemas.microsoft.com/office/drawing/2014/main" id="{BC2C2AEC-D52D-4032-723A-33853315C58D}"/>
                </a:ext>
              </a:extLst>
            </p:cNvPr>
            <p:cNvSpPr/>
            <p:nvPr/>
          </p:nvSpPr>
          <p:spPr>
            <a:xfrm>
              <a:off x="5084796" y="1347554"/>
              <a:ext cx="273722" cy="273350"/>
            </a:xfrm>
            <a:prstGeom prst="rect">
              <a:avLst/>
            </a:prstGeom>
            <a:solidFill>
              <a:schemeClr val="tx2">
                <a:lumMod val="25000"/>
                <a:lumOff val="7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3" name="Rectangle 52">
              <a:extLst>
                <a:ext uri="{FF2B5EF4-FFF2-40B4-BE49-F238E27FC236}">
                  <a16:creationId xmlns:a16="http://schemas.microsoft.com/office/drawing/2014/main" id="{86BF0BFA-BF6A-3A6F-88B5-8F6CEE3046D5}"/>
                </a:ext>
              </a:extLst>
            </p:cNvPr>
            <p:cNvSpPr/>
            <p:nvPr/>
          </p:nvSpPr>
          <p:spPr>
            <a:xfrm>
              <a:off x="5361436" y="1347554"/>
              <a:ext cx="273722" cy="273350"/>
            </a:xfrm>
            <a:prstGeom prst="rect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" name="Rectangle 53">
              <a:extLst>
                <a:ext uri="{FF2B5EF4-FFF2-40B4-BE49-F238E27FC236}">
                  <a16:creationId xmlns:a16="http://schemas.microsoft.com/office/drawing/2014/main" id="{D4301960-30FA-AB01-0868-F1FFFE19DBE7}"/>
                </a:ext>
              </a:extLst>
            </p:cNvPr>
            <p:cNvSpPr/>
            <p:nvPr/>
          </p:nvSpPr>
          <p:spPr>
            <a:xfrm>
              <a:off x="5635158" y="1347554"/>
              <a:ext cx="273722" cy="273350"/>
            </a:xfrm>
            <a:prstGeom prst="rect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5" name="Rectangle 54">
              <a:extLst>
                <a:ext uri="{FF2B5EF4-FFF2-40B4-BE49-F238E27FC236}">
                  <a16:creationId xmlns:a16="http://schemas.microsoft.com/office/drawing/2014/main" id="{BF8F6279-EB99-A49A-5815-5BB7893A1064}"/>
                </a:ext>
              </a:extLst>
            </p:cNvPr>
            <p:cNvSpPr/>
            <p:nvPr/>
          </p:nvSpPr>
          <p:spPr>
            <a:xfrm>
              <a:off x="5908880" y="1347554"/>
              <a:ext cx="273722" cy="273350"/>
            </a:xfrm>
            <a:prstGeom prst="rect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6" name="Rectangle 55">
              <a:extLst>
                <a:ext uri="{FF2B5EF4-FFF2-40B4-BE49-F238E27FC236}">
                  <a16:creationId xmlns:a16="http://schemas.microsoft.com/office/drawing/2014/main" id="{BA7DD6A8-4703-1DB1-2758-E83EB12FD1A7}"/>
                </a:ext>
              </a:extLst>
            </p:cNvPr>
            <p:cNvSpPr/>
            <p:nvPr/>
          </p:nvSpPr>
          <p:spPr>
            <a:xfrm>
              <a:off x="6184062" y="1347554"/>
              <a:ext cx="273722" cy="273350"/>
            </a:xfrm>
            <a:prstGeom prst="rect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7" name="Rectangle 56">
              <a:extLst>
                <a:ext uri="{FF2B5EF4-FFF2-40B4-BE49-F238E27FC236}">
                  <a16:creationId xmlns:a16="http://schemas.microsoft.com/office/drawing/2014/main" id="{1945583C-E201-120B-4340-E534C0C833D9}"/>
                </a:ext>
              </a:extLst>
            </p:cNvPr>
            <p:cNvSpPr/>
            <p:nvPr/>
          </p:nvSpPr>
          <p:spPr>
            <a:xfrm>
              <a:off x="6457784" y="1347554"/>
              <a:ext cx="273722" cy="273350"/>
            </a:xfrm>
            <a:prstGeom prst="rect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8" name="Rectangle 57">
              <a:extLst>
                <a:ext uri="{FF2B5EF4-FFF2-40B4-BE49-F238E27FC236}">
                  <a16:creationId xmlns:a16="http://schemas.microsoft.com/office/drawing/2014/main" id="{AB50C450-C4FB-79E7-01FE-3530823437B7}"/>
                </a:ext>
              </a:extLst>
            </p:cNvPr>
            <p:cNvSpPr/>
            <p:nvPr/>
          </p:nvSpPr>
          <p:spPr>
            <a:xfrm>
              <a:off x="5083337" y="1622287"/>
              <a:ext cx="273722" cy="273350"/>
            </a:xfrm>
            <a:prstGeom prst="rect">
              <a:avLst/>
            </a:prstGeom>
            <a:solidFill>
              <a:schemeClr val="tx2">
                <a:lumMod val="25000"/>
                <a:lumOff val="7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9" name="Rectangle 58">
              <a:extLst>
                <a:ext uri="{FF2B5EF4-FFF2-40B4-BE49-F238E27FC236}">
                  <a16:creationId xmlns:a16="http://schemas.microsoft.com/office/drawing/2014/main" id="{179CD6D8-63A3-F4ED-9387-29DFF8CC5528}"/>
                </a:ext>
              </a:extLst>
            </p:cNvPr>
            <p:cNvSpPr/>
            <p:nvPr/>
          </p:nvSpPr>
          <p:spPr>
            <a:xfrm>
              <a:off x="5359977" y="1622287"/>
              <a:ext cx="273722" cy="273350"/>
            </a:xfrm>
            <a:prstGeom prst="rect">
              <a:avLst/>
            </a:prstGeom>
            <a:solidFill>
              <a:schemeClr val="tx2">
                <a:lumMod val="25000"/>
                <a:lumOff val="7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0" name="Rectangle 59">
              <a:extLst>
                <a:ext uri="{FF2B5EF4-FFF2-40B4-BE49-F238E27FC236}">
                  <a16:creationId xmlns:a16="http://schemas.microsoft.com/office/drawing/2014/main" id="{F94E378D-EA11-5A7D-BB9A-FEB41750CB99}"/>
                </a:ext>
              </a:extLst>
            </p:cNvPr>
            <p:cNvSpPr/>
            <p:nvPr/>
          </p:nvSpPr>
          <p:spPr>
            <a:xfrm>
              <a:off x="5633699" y="1622287"/>
              <a:ext cx="273722" cy="273350"/>
            </a:xfrm>
            <a:prstGeom prst="rect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1" name="Rectangle 60">
              <a:extLst>
                <a:ext uri="{FF2B5EF4-FFF2-40B4-BE49-F238E27FC236}">
                  <a16:creationId xmlns:a16="http://schemas.microsoft.com/office/drawing/2014/main" id="{0E8D5784-A2E4-6C83-3495-329198EE4062}"/>
                </a:ext>
              </a:extLst>
            </p:cNvPr>
            <p:cNvSpPr/>
            <p:nvPr/>
          </p:nvSpPr>
          <p:spPr>
            <a:xfrm>
              <a:off x="5907421" y="1622287"/>
              <a:ext cx="273722" cy="273350"/>
            </a:xfrm>
            <a:prstGeom prst="rect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2" name="Rectangle 61">
              <a:extLst>
                <a:ext uri="{FF2B5EF4-FFF2-40B4-BE49-F238E27FC236}">
                  <a16:creationId xmlns:a16="http://schemas.microsoft.com/office/drawing/2014/main" id="{2B30F9B5-4E06-FFC7-BD6B-4C548ED10EDB}"/>
                </a:ext>
              </a:extLst>
            </p:cNvPr>
            <p:cNvSpPr/>
            <p:nvPr/>
          </p:nvSpPr>
          <p:spPr>
            <a:xfrm>
              <a:off x="6182603" y="1622287"/>
              <a:ext cx="273722" cy="273350"/>
            </a:xfrm>
            <a:prstGeom prst="rect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3" name="Rectangle 62">
              <a:extLst>
                <a:ext uri="{FF2B5EF4-FFF2-40B4-BE49-F238E27FC236}">
                  <a16:creationId xmlns:a16="http://schemas.microsoft.com/office/drawing/2014/main" id="{1C56B1CE-35B4-EE41-E393-6B54337DF367}"/>
                </a:ext>
              </a:extLst>
            </p:cNvPr>
            <p:cNvSpPr/>
            <p:nvPr/>
          </p:nvSpPr>
          <p:spPr>
            <a:xfrm>
              <a:off x="6456325" y="1622287"/>
              <a:ext cx="273722" cy="273350"/>
            </a:xfrm>
            <a:prstGeom prst="rect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48" name="Rectangle 447">
              <a:extLst>
                <a:ext uri="{FF2B5EF4-FFF2-40B4-BE49-F238E27FC236}">
                  <a16:creationId xmlns:a16="http://schemas.microsoft.com/office/drawing/2014/main" id="{306A824E-F579-DFFA-988C-B864B4E4F2DA}"/>
                </a:ext>
              </a:extLst>
            </p:cNvPr>
            <p:cNvSpPr/>
            <p:nvPr/>
          </p:nvSpPr>
          <p:spPr>
            <a:xfrm>
              <a:off x="5084067" y="1894356"/>
              <a:ext cx="273722" cy="273350"/>
            </a:xfrm>
            <a:prstGeom prst="rect">
              <a:avLst/>
            </a:prstGeom>
            <a:solidFill>
              <a:schemeClr val="tx2">
                <a:lumMod val="25000"/>
                <a:lumOff val="7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49" name="Rectangle 448">
              <a:extLst>
                <a:ext uri="{FF2B5EF4-FFF2-40B4-BE49-F238E27FC236}">
                  <a16:creationId xmlns:a16="http://schemas.microsoft.com/office/drawing/2014/main" id="{59B61A2A-AE8A-37A5-CADE-BDE78110F800}"/>
                </a:ext>
              </a:extLst>
            </p:cNvPr>
            <p:cNvSpPr/>
            <p:nvPr/>
          </p:nvSpPr>
          <p:spPr>
            <a:xfrm>
              <a:off x="5360707" y="1894356"/>
              <a:ext cx="273722" cy="273350"/>
            </a:xfrm>
            <a:prstGeom prst="rect">
              <a:avLst/>
            </a:prstGeom>
            <a:solidFill>
              <a:schemeClr val="tx2">
                <a:lumMod val="25000"/>
                <a:lumOff val="7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53" name="Rectangle 452">
              <a:extLst>
                <a:ext uri="{FF2B5EF4-FFF2-40B4-BE49-F238E27FC236}">
                  <a16:creationId xmlns:a16="http://schemas.microsoft.com/office/drawing/2014/main" id="{4F65AE9A-E505-6757-01D7-E89145EAC9EF}"/>
                </a:ext>
              </a:extLst>
            </p:cNvPr>
            <p:cNvSpPr/>
            <p:nvPr/>
          </p:nvSpPr>
          <p:spPr>
            <a:xfrm>
              <a:off x="5634429" y="1894356"/>
              <a:ext cx="273722" cy="273350"/>
            </a:xfrm>
            <a:prstGeom prst="rect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54" name="Rectangle 453">
              <a:extLst>
                <a:ext uri="{FF2B5EF4-FFF2-40B4-BE49-F238E27FC236}">
                  <a16:creationId xmlns:a16="http://schemas.microsoft.com/office/drawing/2014/main" id="{DE4D5378-2DEA-C180-009A-19B3B88CB006}"/>
                </a:ext>
              </a:extLst>
            </p:cNvPr>
            <p:cNvSpPr/>
            <p:nvPr/>
          </p:nvSpPr>
          <p:spPr>
            <a:xfrm>
              <a:off x="5908151" y="1894356"/>
              <a:ext cx="273722" cy="273350"/>
            </a:xfrm>
            <a:prstGeom prst="rect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55" name="Rectangle 454">
              <a:extLst>
                <a:ext uri="{FF2B5EF4-FFF2-40B4-BE49-F238E27FC236}">
                  <a16:creationId xmlns:a16="http://schemas.microsoft.com/office/drawing/2014/main" id="{881848D2-97E8-329F-C42A-E9C1C09EB031}"/>
                </a:ext>
              </a:extLst>
            </p:cNvPr>
            <p:cNvSpPr/>
            <p:nvPr/>
          </p:nvSpPr>
          <p:spPr>
            <a:xfrm>
              <a:off x="6183333" y="1894356"/>
              <a:ext cx="273722" cy="273350"/>
            </a:xfrm>
            <a:prstGeom prst="rect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56" name="Rectangle 455">
              <a:extLst>
                <a:ext uri="{FF2B5EF4-FFF2-40B4-BE49-F238E27FC236}">
                  <a16:creationId xmlns:a16="http://schemas.microsoft.com/office/drawing/2014/main" id="{59E6B343-4980-C10C-A39A-182CEF69A45E}"/>
                </a:ext>
              </a:extLst>
            </p:cNvPr>
            <p:cNvSpPr/>
            <p:nvPr/>
          </p:nvSpPr>
          <p:spPr>
            <a:xfrm>
              <a:off x="6457055" y="1894356"/>
              <a:ext cx="273722" cy="273350"/>
            </a:xfrm>
            <a:prstGeom prst="rect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57" name="Rectangle 456">
              <a:extLst>
                <a:ext uri="{FF2B5EF4-FFF2-40B4-BE49-F238E27FC236}">
                  <a16:creationId xmlns:a16="http://schemas.microsoft.com/office/drawing/2014/main" id="{53E2211C-CC0E-7EB2-7025-D50637B1DC6B}"/>
                </a:ext>
              </a:extLst>
            </p:cNvPr>
            <p:cNvSpPr/>
            <p:nvPr/>
          </p:nvSpPr>
          <p:spPr>
            <a:xfrm>
              <a:off x="5082608" y="2169089"/>
              <a:ext cx="273722" cy="273350"/>
            </a:xfrm>
            <a:prstGeom prst="rect">
              <a:avLst/>
            </a:prstGeom>
            <a:solidFill>
              <a:schemeClr val="tx2">
                <a:lumMod val="25000"/>
                <a:lumOff val="7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58" name="Rectangle 457">
              <a:extLst>
                <a:ext uri="{FF2B5EF4-FFF2-40B4-BE49-F238E27FC236}">
                  <a16:creationId xmlns:a16="http://schemas.microsoft.com/office/drawing/2014/main" id="{E75656F5-8A34-A35E-D4EA-1664FBAA1DCC}"/>
                </a:ext>
              </a:extLst>
            </p:cNvPr>
            <p:cNvSpPr/>
            <p:nvPr/>
          </p:nvSpPr>
          <p:spPr>
            <a:xfrm>
              <a:off x="5359248" y="2169089"/>
              <a:ext cx="273722" cy="273350"/>
            </a:xfrm>
            <a:prstGeom prst="rect">
              <a:avLst/>
            </a:prstGeom>
            <a:solidFill>
              <a:schemeClr val="tx2">
                <a:lumMod val="25000"/>
                <a:lumOff val="7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59" name="Rectangle 458">
              <a:extLst>
                <a:ext uri="{FF2B5EF4-FFF2-40B4-BE49-F238E27FC236}">
                  <a16:creationId xmlns:a16="http://schemas.microsoft.com/office/drawing/2014/main" id="{3228F726-94F7-7E58-8982-5BB736696AEA}"/>
                </a:ext>
              </a:extLst>
            </p:cNvPr>
            <p:cNvSpPr/>
            <p:nvPr/>
          </p:nvSpPr>
          <p:spPr>
            <a:xfrm>
              <a:off x="5632970" y="2169089"/>
              <a:ext cx="273722" cy="273350"/>
            </a:xfrm>
            <a:prstGeom prst="rect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60" name="Rectangle 459">
              <a:extLst>
                <a:ext uri="{FF2B5EF4-FFF2-40B4-BE49-F238E27FC236}">
                  <a16:creationId xmlns:a16="http://schemas.microsoft.com/office/drawing/2014/main" id="{7A8C20E5-C160-8E77-B4B9-06116552E622}"/>
                </a:ext>
              </a:extLst>
            </p:cNvPr>
            <p:cNvSpPr/>
            <p:nvPr/>
          </p:nvSpPr>
          <p:spPr>
            <a:xfrm>
              <a:off x="5906692" y="2169089"/>
              <a:ext cx="273722" cy="273350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61" name="Rectangle 460">
              <a:extLst>
                <a:ext uri="{FF2B5EF4-FFF2-40B4-BE49-F238E27FC236}">
                  <a16:creationId xmlns:a16="http://schemas.microsoft.com/office/drawing/2014/main" id="{80233665-99EB-1534-AAE0-8EC458841EB5}"/>
                </a:ext>
              </a:extLst>
            </p:cNvPr>
            <p:cNvSpPr/>
            <p:nvPr/>
          </p:nvSpPr>
          <p:spPr>
            <a:xfrm>
              <a:off x="6181874" y="2169089"/>
              <a:ext cx="273722" cy="273350"/>
            </a:xfrm>
            <a:prstGeom prst="rect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62" name="Rectangle 461">
              <a:extLst>
                <a:ext uri="{FF2B5EF4-FFF2-40B4-BE49-F238E27FC236}">
                  <a16:creationId xmlns:a16="http://schemas.microsoft.com/office/drawing/2014/main" id="{106FFFDC-DD9D-06A3-06F6-B6B0FED34B0E}"/>
                </a:ext>
              </a:extLst>
            </p:cNvPr>
            <p:cNvSpPr/>
            <p:nvPr/>
          </p:nvSpPr>
          <p:spPr>
            <a:xfrm>
              <a:off x="6455596" y="2169089"/>
              <a:ext cx="273722" cy="273350"/>
            </a:xfrm>
            <a:prstGeom prst="rect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63" name="Rectangle 462">
              <a:extLst>
                <a:ext uri="{FF2B5EF4-FFF2-40B4-BE49-F238E27FC236}">
                  <a16:creationId xmlns:a16="http://schemas.microsoft.com/office/drawing/2014/main" id="{EF1D4754-1602-7610-1388-75886D020600}"/>
                </a:ext>
              </a:extLst>
            </p:cNvPr>
            <p:cNvSpPr/>
            <p:nvPr/>
          </p:nvSpPr>
          <p:spPr>
            <a:xfrm>
              <a:off x="5083338" y="2440752"/>
              <a:ext cx="273722" cy="273350"/>
            </a:xfrm>
            <a:prstGeom prst="rect">
              <a:avLst/>
            </a:prstGeom>
            <a:solidFill>
              <a:schemeClr val="tx2">
                <a:lumMod val="25000"/>
                <a:lumOff val="7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64" name="Rectangle 463">
              <a:extLst>
                <a:ext uri="{FF2B5EF4-FFF2-40B4-BE49-F238E27FC236}">
                  <a16:creationId xmlns:a16="http://schemas.microsoft.com/office/drawing/2014/main" id="{C82D4AD6-454A-41CE-CD98-999B55CE8DB9}"/>
                </a:ext>
              </a:extLst>
            </p:cNvPr>
            <p:cNvSpPr/>
            <p:nvPr/>
          </p:nvSpPr>
          <p:spPr>
            <a:xfrm>
              <a:off x="5359978" y="2440752"/>
              <a:ext cx="273722" cy="273350"/>
            </a:xfrm>
            <a:prstGeom prst="rect">
              <a:avLst/>
            </a:prstGeom>
            <a:solidFill>
              <a:schemeClr val="tx2">
                <a:lumMod val="25000"/>
                <a:lumOff val="7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65" name="Rectangle 464">
              <a:extLst>
                <a:ext uri="{FF2B5EF4-FFF2-40B4-BE49-F238E27FC236}">
                  <a16:creationId xmlns:a16="http://schemas.microsoft.com/office/drawing/2014/main" id="{E94A1D1C-87EB-3F54-E359-2C95289FD31B}"/>
                </a:ext>
              </a:extLst>
            </p:cNvPr>
            <p:cNvSpPr/>
            <p:nvPr/>
          </p:nvSpPr>
          <p:spPr>
            <a:xfrm>
              <a:off x="5633700" y="2440752"/>
              <a:ext cx="273722" cy="273350"/>
            </a:xfrm>
            <a:prstGeom prst="rect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66" name="Rectangle 465">
              <a:extLst>
                <a:ext uri="{FF2B5EF4-FFF2-40B4-BE49-F238E27FC236}">
                  <a16:creationId xmlns:a16="http://schemas.microsoft.com/office/drawing/2014/main" id="{8B025AE0-F02F-87F5-F816-792E385A0A7F}"/>
                </a:ext>
              </a:extLst>
            </p:cNvPr>
            <p:cNvSpPr/>
            <p:nvPr/>
          </p:nvSpPr>
          <p:spPr>
            <a:xfrm>
              <a:off x="5907422" y="2440752"/>
              <a:ext cx="273722" cy="273350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67" name="Rectangle 466">
              <a:extLst>
                <a:ext uri="{FF2B5EF4-FFF2-40B4-BE49-F238E27FC236}">
                  <a16:creationId xmlns:a16="http://schemas.microsoft.com/office/drawing/2014/main" id="{CCA4673A-30C3-45BF-49A4-8AD0BD7BBAD2}"/>
                </a:ext>
              </a:extLst>
            </p:cNvPr>
            <p:cNvSpPr/>
            <p:nvPr/>
          </p:nvSpPr>
          <p:spPr>
            <a:xfrm>
              <a:off x="6182604" y="2440752"/>
              <a:ext cx="273722" cy="273350"/>
            </a:xfrm>
            <a:prstGeom prst="rect">
              <a:avLst/>
            </a:prstGeom>
            <a:solidFill>
              <a:schemeClr val="tx2">
                <a:lumMod val="25000"/>
                <a:lumOff val="7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68" name="Rectangle 467">
              <a:extLst>
                <a:ext uri="{FF2B5EF4-FFF2-40B4-BE49-F238E27FC236}">
                  <a16:creationId xmlns:a16="http://schemas.microsoft.com/office/drawing/2014/main" id="{2344D77D-5A80-9853-D36A-018C69D878B1}"/>
                </a:ext>
              </a:extLst>
            </p:cNvPr>
            <p:cNvSpPr/>
            <p:nvPr/>
          </p:nvSpPr>
          <p:spPr>
            <a:xfrm>
              <a:off x="6456326" y="2440752"/>
              <a:ext cx="273722" cy="273350"/>
            </a:xfrm>
            <a:prstGeom prst="rect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69" name="Rectangle 468">
              <a:extLst>
                <a:ext uri="{FF2B5EF4-FFF2-40B4-BE49-F238E27FC236}">
                  <a16:creationId xmlns:a16="http://schemas.microsoft.com/office/drawing/2014/main" id="{7A7DAD59-83CE-27CF-58AD-38860B955113}"/>
                </a:ext>
              </a:extLst>
            </p:cNvPr>
            <p:cNvSpPr/>
            <p:nvPr/>
          </p:nvSpPr>
          <p:spPr>
            <a:xfrm>
              <a:off x="5084796" y="2720124"/>
              <a:ext cx="273722" cy="273350"/>
            </a:xfrm>
            <a:prstGeom prst="rect">
              <a:avLst/>
            </a:prstGeom>
            <a:solidFill>
              <a:schemeClr val="tx2">
                <a:lumMod val="25000"/>
                <a:lumOff val="7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70" name="Rectangle 469">
              <a:extLst>
                <a:ext uri="{FF2B5EF4-FFF2-40B4-BE49-F238E27FC236}">
                  <a16:creationId xmlns:a16="http://schemas.microsoft.com/office/drawing/2014/main" id="{F5AC9A45-E52A-DCC4-96EF-53206F585D2F}"/>
                </a:ext>
              </a:extLst>
            </p:cNvPr>
            <p:cNvSpPr/>
            <p:nvPr/>
          </p:nvSpPr>
          <p:spPr>
            <a:xfrm>
              <a:off x="5361436" y="2720124"/>
              <a:ext cx="273722" cy="273350"/>
            </a:xfrm>
            <a:prstGeom prst="rect">
              <a:avLst/>
            </a:prstGeom>
            <a:solidFill>
              <a:schemeClr val="tx2">
                <a:lumMod val="25000"/>
                <a:lumOff val="7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71" name="Rectangle 470">
              <a:extLst>
                <a:ext uri="{FF2B5EF4-FFF2-40B4-BE49-F238E27FC236}">
                  <a16:creationId xmlns:a16="http://schemas.microsoft.com/office/drawing/2014/main" id="{F4D1A027-9D82-E468-875C-4B64122805B6}"/>
                </a:ext>
              </a:extLst>
            </p:cNvPr>
            <p:cNvSpPr/>
            <p:nvPr/>
          </p:nvSpPr>
          <p:spPr>
            <a:xfrm>
              <a:off x="5635158" y="2720124"/>
              <a:ext cx="273722" cy="273350"/>
            </a:xfrm>
            <a:prstGeom prst="rect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72" name="Rectangle 471">
              <a:extLst>
                <a:ext uri="{FF2B5EF4-FFF2-40B4-BE49-F238E27FC236}">
                  <a16:creationId xmlns:a16="http://schemas.microsoft.com/office/drawing/2014/main" id="{00D91B90-B542-A82D-62B9-6758CC3B1F78}"/>
                </a:ext>
              </a:extLst>
            </p:cNvPr>
            <p:cNvSpPr/>
            <p:nvPr/>
          </p:nvSpPr>
          <p:spPr>
            <a:xfrm>
              <a:off x="5908880" y="2720124"/>
              <a:ext cx="273722" cy="273350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73" name="Rectangle 472">
              <a:extLst>
                <a:ext uri="{FF2B5EF4-FFF2-40B4-BE49-F238E27FC236}">
                  <a16:creationId xmlns:a16="http://schemas.microsoft.com/office/drawing/2014/main" id="{5AD53E74-A69C-DDD1-9C46-3A1A1D4A9704}"/>
                </a:ext>
              </a:extLst>
            </p:cNvPr>
            <p:cNvSpPr/>
            <p:nvPr/>
          </p:nvSpPr>
          <p:spPr>
            <a:xfrm>
              <a:off x="6184062" y="2720124"/>
              <a:ext cx="273722" cy="273350"/>
            </a:xfrm>
            <a:prstGeom prst="rect">
              <a:avLst/>
            </a:prstGeom>
            <a:solidFill>
              <a:schemeClr val="tx2">
                <a:lumMod val="25000"/>
                <a:lumOff val="7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74" name="Rectangle 473">
              <a:extLst>
                <a:ext uri="{FF2B5EF4-FFF2-40B4-BE49-F238E27FC236}">
                  <a16:creationId xmlns:a16="http://schemas.microsoft.com/office/drawing/2014/main" id="{829AB999-BB1B-3E2F-AF94-DB015AA9D063}"/>
                </a:ext>
              </a:extLst>
            </p:cNvPr>
            <p:cNvSpPr/>
            <p:nvPr/>
          </p:nvSpPr>
          <p:spPr>
            <a:xfrm>
              <a:off x="6457784" y="2720124"/>
              <a:ext cx="273722" cy="273350"/>
            </a:xfrm>
            <a:prstGeom prst="rect">
              <a:avLst/>
            </a:prstGeom>
            <a:solidFill>
              <a:schemeClr val="tx2">
                <a:lumMod val="25000"/>
                <a:lumOff val="7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75" name="TextBox 474">
              <a:extLst>
                <a:ext uri="{FF2B5EF4-FFF2-40B4-BE49-F238E27FC236}">
                  <a16:creationId xmlns:a16="http://schemas.microsoft.com/office/drawing/2014/main" id="{E0FFC17B-2F98-2EF1-3285-DD8C1E603CD0}"/>
                </a:ext>
              </a:extLst>
            </p:cNvPr>
            <p:cNvSpPr txBox="1"/>
            <p:nvPr/>
          </p:nvSpPr>
          <p:spPr>
            <a:xfrm>
              <a:off x="4687492" y="1597044"/>
              <a:ext cx="346735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i="1" dirty="0">
                  <a:latin typeface="Times New Roman" panose="02020603050405020304" pitchFamily="18" charset="0"/>
                  <a:ea typeface="Cambria Math" panose="02040503050406030204" pitchFamily="18" charset="0"/>
                  <a:cs typeface="Times New Roman" panose="02020603050405020304" pitchFamily="18" charset="0"/>
                </a:rPr>
                <a:t>t</a:t>
              </a:r>
              <a:r>
                <a:rPr lang="en-US" altLang="zh-CN" sz="1400" i="1" baseline="-25000" dirty="0">
                  <a:latin typeface="Times New Roman" panose="02020603050405020304" pitchFamily="18" charset="0"/>
                  <a:ea typeface="Cambria Math" panose="02040503050406030204" pitchFamily="18" charset="0"/>
                  <a:cs typeface="Times New Roman" panose="02020603050405020304" pitchFamily="18" charset="0"/>
                </a:rPr>
                <a:t>1</a:t>
              </a:r>
            </a:p>
          </p:txBody>
        </p:sp>
        <p:sp>
          <p:nvSpPr>
            <p:cNvPr id="476" name="TextBox 475">
              <a:extLst>
                <a:ext uri="{FF2B5EF4-FFF2-40B4-BE49-F238E27FC236}">
                  <a16:creationId xmlns:a16="http://schemas.microsoft.com/office/drawing/2014/main" id="{7E3F5734-8140-BDFF-E130-9CDCB2AF0BF4}"/>
                </a:ext>
              </a:extLst>
            </p:cNvPr>
            <p:cNvSpPr txBox="1"/>
            <p:nvPr/>
          </p:nvSpPr>
          <p:spPr>
            <a:xfrm>
              <a:off x="4687492" y="1873167"/>
              <a:ext cx="346735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i="1" dirty="0">
                  <a:latin typeface="Times New Roman" panose="02020603050405020304" pitchFamily="18" charset="0"/>
                  <a:ea typeface="Cambria Math" panose="02040503050406030204" pitchFamily="18" charset="0"/>
                  <a:cs typeface="Times New Roman" panose="02020603050405020304" pitchFamily="18" charset="0"/>
                </a:rPr>
                <a:t>t</a:t>
              </a:r>
              <a:r>
                <a:rPr lang="en-US" altLang="zh-CN" sz="1400" i="1" baseline="-25000" dirty="0">
                  <a:latin typeface="Times New Roman" panose="02020603050405020304" pitchFamily="18" charset="0"/>
                  <a:ea typeface="Cambria Math" panose="02040503050406030204" pitchFamily="18" charset="0"/>
                  <a:cs typeface="Times New Roman" panose="02020603050405020304" pitchFamily="18" charset="0"/>
                </a:rPr>
                <a:t>2</a:t>
              </a:r>
            </a:p>
          </p:txBody>
        </p:sp>
        <p:sp>
          <p:nvSpPr>
            <p:cNvPr id="477" name="TextBox 476">
              <a:extLst>
                <a:ext uri="{FF2B5EF4-FFF2-40B4-BE49-F238E27FC236}">
                  <a16:creationId xmlns:a16="http://schemas.microsoft.com/office/drawing/2014/main" id="{C735EF97-2D49-C326-998D-6A6E6F5271B1}"/>
                </a:ext>
              </a:extLst>
            </p:cNvPr>
            <p:cNvSpPr txBox="1"/>
            <p:nvPr/>
          </p:nvSpPr>
          <p:spPr>
            <a:xfrm>
              <a:off x="4684574" y="2145818"/>
              <a:ext cx="346735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i="1" dirty="0">
                  <a:latin typeface="Times New Roman" panose="02020603050405020304" pitchFamily="18" charset="0"/>
                  <a:ea typeface="Cambria Math" panose="02040503050406030204" pitchFamily="18" charset="0"/>
                  <a:cs typeface="Times New Roman" panose="02020603050405020304" pitchFamily="18" charset="0"/>
                </a:rPr>
                <a:t>t</a:t>
              </a:r>
              <a:r>
                <a:rPr lang="en-US" altLang="zh-CN" sz="1400" i="1" baseline="-25000" dirty="0">
                  <a:latin typeface="Times New Roman" panose="02020603050405020304" pitchFamily="18" charset="0"/>
                  <a:ea typeface="Cambria Math" panose="02040503050406030204" pitchFamily="18" charset="0"/>
                  <a:cs typeface="Times New Roman" panose="02020603050405020304" pitchFamily="18" charset="0"/>
                </a:rPr>
                <a:t>3</a:t>
              </a:r>
            </a:p>
          </p:txBody>
        </p:sp>
        <p:sp>
          <p:nvSpPr>
            <p:cNvPr id="478" name="TextBox 477">
              <a:extLst>
                <a:ext uri="{FF2B5EF4-FFF2-40B4-BE49-F238E27FC236}">
                  <a16:creationId xmlns:a16="http://schemas.microsoft.com/office/drawing/2014/main" id="{D5F76DB9-FEB1-FE0F-30F3-CDDB9F1F09B7}"/>
                </a:ext>
              </a:extLst>
            </p:cNvPr>
            <p:cNvSpPr txBox="1"/>
            <p:nvPr/>
          </p:nvSpPr>
          <p:spPr>
            <a:xfrm>
              <a:off x="4684574" y="2437063"/>
              <a:ext cx="346735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i="1" dirty="0">
                  <a:latin typeface="Times New Roman" panose="02020603050405020304" pitchFamily="18" charset="0"/>
                  <a:ea typeface="Cambria Math" panose="02040503050406030204" pitchFamily="18" charset="0"/>
                  <a:cs typeface="Times New Roman" panose="02020603050405020304" pitchFamily="18" charset="0"/>
                </a:rPr>
                <a:t>t</a:t>
              </a:r>
              <a:r>
                <a:rPr lang="en-US" altLang="zh-CN" sz="1400" i="1" baseline="-25000" dirty="0">
                  <a:latin typeface="Times New Roman" panose="02020603050405020304" pitchFamily="18" charset="0"/>
                  <a:ea typeface="Cambria Math" panose="02040503050406030204" pitchFamily="18" charset="0"/>
                  <a:cs typeface="Times New Roman" panose="02020603050405020304" pitchFamily="18" charset="0"/>
                </a:rPr>
                <a:t>4</a:t>
              </a:r>
            </a:p>
          </p:txBody>
        </p:sp>
        <p:sp>
          <p:nvSpPr>
            <p:cNvPr id="479" name="TextBox 478">
              <a:extLst>
                <a:ext uri="{FF2B5EF4-FFF2-40B4-BE49-F238E27FC236}">
                  <a16:creationId xmlns:a16="http://schemas.microsoft.com/office/drawing/2014/main" id="{EC929AC3-5D76-5EFB-EC72-BA3C03025DCB}"/>
                </a:ext>
              </a:extLst>
            </p:cNvPr>
            <p:cNvSpPr txBox="1"/>
            <p:nvPr/>
          </p:nvSpPr>
          <p:spPr>
            <a:xfrm>
              <a:off x="4684574" y="2709714"/>
              <a:ext cx="346735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i="1" dirty="0">
                  <a:latin typeface="Times New Roman" panose="02020603050405020304" pitchFamily="18" charset="0"/>
                  <a:ea typeface="Cambria Math" panose="02040503050406030204" pitchFamily="18" charset="0"/>
                  <a:cs typeface="Times New Roman" panose="02020603050405020304" pitchFamily="18" charset="0"/>
                </a:rPr>
                <a:t>t</a:t>
              </a:r>
              <a:r>
                <a:rPr lang="en-US" altLang="zh-CN" sz="1400" i="1" baseline="-25000" dirty="0">
                  <a:latin typeface="Times New Roman" panose="02020603050405020304" pitchFamily="18" charset="0"/>
                  <a:ea typeface="Cambria Math" panose="02040503050406030204" pitchFamily="18" charset="0"/>
                  <a:cs typeface="Times New Roman" panose="02020603050405020304" pitchFamily="18" charset="0"/>
                </a:rPr>
                <a:t>5</a:t>
              </a:r>
            </a:p>
          </p:txBody>
        </p:sp>
      </p:grpSp>
      <p:sp>
        <p:nvSpPr>
          <p:cNvPr id="480" name="Right Arrow 479">
            <a:extLst>
              <a:ext uri="{FF2B5EF4-FFF2-40B4-BE49-F238E27FC236}">
                <a16:creationId xmlns:a16="http://schemas.microsoft.com/office/drawing/2014/main" id="{10DDDA9E-EB4F-EFD0-41A4-015757258D43}"/>
              </a:ext>
            </a:extLst>
          </p:cNvPr>
          <p:cNvSpPr/>
          <p:nvPr/>
        </p:nvSpPr>
        <p:spPr>
          <a:xfrm>
            <a:off x="4705493" y="4685009"/>
            <a:ext cx="330521" cy="230748"/>
          </a:xfrm>
          <a:prstGeom prst="rightArrow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1" name="Rounded Rectangle 480">
            <a:extLst>
              <a:ext uri="{FF2B5EF4-FFF2-40B4-BE49-F238E27FC236}">
                <a16:creationId xmlns:a16="http://schemas.microsoft.com/office/drawing/2014/main" id="{450C7135-CF78-1414-F8D1-1F9DEF4E3DB6}"/>
              </a:ext>
            </a:extLst>
          </p:cNvPr>
          <p:cNvSpPr/>
          <p:nvPr/>
        </p:nvSpPr>
        <p:spPr>
          <a:xfrm>
            <a:off x="9335749" y="4670038"/>
            <a:ext cx="1480876" cy="774715"/>
          </a:xfrm>
          <a:prstGeom prst="roundRect">
            <a:avLst>
              <a:gd name="adj" fmla="val 25496"/>
            </a:avLst>
          </a:prstGeom>
          <a:solidFill>
            <a:schemeClr val="accent2">
              <a:lumMod val="20000"/>
              <a:lumOff val="8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82" name="TextBox 481">
            <a:extLst>
              <a:ext uri="{FF2B5EF4-FFF2-40B4-BE49-F238E27FC236}">
                <a16:creationId xmlns:a16="http://schemas.microsoft.com/office/drawing/2014/main" id="{4B997A0D-4AE4-D6A8-B371-41D71DBBD89C}"/>
              </a:ext>
            </a:extLst>
          </p:cNvPr>
          <p:cNvSpPr txBox="1"/>
          <p:nvPr/>
        </p:nvSpPr>
        <p:spPr>
          <a:xfrm>
            <a:off x="9610507" y="4680471"/>
            <a:ext cx="88806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latin typeface="Times New Roman" panose="020206030504050203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Reward</a:t>
            </a:r>
          </a:p>
        </p:txBody>
      </p:sp>
      <p:sp>
        <p:nvSpPr>
          <p:cNvPr id="483" name="Rounded Rectangle 482">
            <a:extLst>
              <a:ext uri="{FF2B5EF4-FFF2-40B4-BE49-F238E27FC236}">
                <a16:creationId xmlns:a16="http://schemas.microsoft.com/office/drawing/2014/main" id="{C9D32369-BA98-0444-81A2-C81BF52B6680}"/>
              </a:ext>
            </a:extLst>
          </p:cNvPr>
          <p:cNvSpPr/>
          <p:nvPr/>
        </p:nvSpPr>
        <p:spPr>
          <a:xfrm>
            <a:off x="9412843" y="5029007"/>
            <a:ext cx="538288" cy="338554"/>
          </a:xfrm>
          <a:prstGeom prst="roundRect">
            <a:avLst>
              <a:gd name="adj" fmla="val 50000"/>
            </a:avLst>
          </a:prstGeom>
          <a:solidFill>
            <a:schemeClr val="accent2">
              <a:lumMod val="20000"/>
              <a:lumOff val="80000"/>
            </a:schemeClr>
          </a:solidFill>
          <a:ln w="19050">
            <a:solidFill>
              <a:schemeClr val="accent2">
                <a:lumMod val="60000"/>
                <a:lumOff val="40000"/>
              </a:schemeClr>
            </a:solidFill>
            <a:prstDash val="sysDash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84" name="Rounded Rectangle 483">
            <a:extLst>
              <a:ext uri="{FF2B5EF4-FFF2-40B4-BE49-F238E27FC236}">
                <a16:creationId xmlns:a16="http://schemas.microsoft.com/office/drawing/2014/main" id="{B654FC5C-3866-0194-8AFA-BCD3964E1FEC}"/>
              </a:ext>
            </a:extLst>
          </p:cNvPr>
          <p:cNvSpPr/>
          <p:nvPr/>
        </p:nvSpPr>
        <p:spPr>
          <a:xfrm>
            <a:off x="10037766" y="5029133"/>
            <a:ext cx="698384" cy="338554"/>
          </a:xfrm>
          <a:prstGeom prst="roundRect">
            <a:avLst>
              <a:gd name="adj" fmla="val 50000"/>
            </a:avLst>
          </a:prstGeom>
          <a:solidFill>
            <a:schemeClr val="accent2">
              <a:lumMod val="20000"/>
              <a:lumOff val="80000"/>
            </a:schemeClr>
          </a:solidFill>
          <a:ln w="19050">
            <a:solidFill>
              <a:schemeClr val="accent2">
                <a:lumMod val="60000"/>
                <a:lumOff val="40000"/>
              </a:schemeClr>
            </a:solidFill>
            <a:prstDash val="sysDash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85" name="TextBox 484">
            <a:extLst>
              <a:ext uri="{FF2B5EF4-FFF2-40B4-BE49-F238E27FC236}">
                <a16:creationId xmlns:a16="http://schemas.microsoft.com/office/drawing/2014/main" id="{594790BF-38EB-6452-9BE3-41CC2E08C390}"/>
              </a:ext>
            </a:extLst>
          </p:cNvPr>
          <p:cNvSpPr txBox="1"/>
          <p:nvPr/>
        </p:nvSpPr>
        <p:spPr>
          <a:xfrm>
            <a:off x="9412844" y="5044871"/>
            <a:ext cx="53828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i="1" dirty="0"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R</a:t>
            </a:r>
            <a:r>
              <a:rPr lang="en-US" sz="1400" i="1" baseline="-25000" dirty="0"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BK</a:t>
            </a:r>
            <a:endParaRPr lang="en-US" sz="1400" i="1" dirty="0">
              <a:latin typeface="Cambria Math" panose="02040503050406030204" pitchFamily="18" charset="0"/>
              <a:ea typeface="Cambria Math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486" name="Rounded Rectangle 485">
            <a:extLst>
              <a:ext uri="{FF2B5EF4-FFF2-40B4-BE49-F238E27FC236}">
                <a16:creationId xmlns:a16="http://schemas.microsoft.com/office/drawing/2014/main" id="{D4AE6F5E-F275-8C35-39EB-D708FA8A6A8B}"/>
              </a:ext>
            </a:extLst>
          </p:cNvPr>
          <p:cNvSpPr/>
          <p:nvPr/>
        </p:nvSpPr>
        <p:spPr>
          <a:xfrm>
            <a:off x="8014214" y="3979950"/>
            <a:ext cx="2868695" cy="496177"/>
          </a:xfrm>
          <a:prstGeom prst="roundRect">
            <a:avLst>
              <a:gd name="adj" fmla="val 19565"/>
            </a:avLst>
          </a:prstGeom>
          <a:solidFill>
            <a:schemeClr val="bg1"/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87" name="Rounded Rectangle 486">
            <a:extLst>
              <a:ext uri="{FF2B5EF4-FFF2-40B4-BE49-F238E27FC236}">
                <a16:creationId xmlns:a16="http://schemas.microsoft.com/office/drawing/2014/main" id="{C0A5A466-0AA5-5B3F-7E6D-74FBD9561EA6}"/>
              </a:ext>
            </a:extLst>
          </p:cNvPr>
          <p:cNvSpPr/>
          <p:nvPr/>
        </p:nvSpPr>
        <p:spPr>
          <a:xfrm>
            <a:off x="8124282" y="4076203"/>
            <a:ext cx="497936" cy="295882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lang="en-US" sz="1400" i="1" baseline="-25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en-US" sz="1400" i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88" name="Rounded Rectangle 487">
            <a:extLst>
              <a:ext uri="{FF2B5EF4-FFF2-40B4-BE49-F238E27FC236}">
                <a16:creationId xmlns:a16="http://schemas.microsoft.com/office/drawing/2014/main" id="{12381457-0B13-47B5-6653-6580277361EA}"/>
              </a:ext>
            </a:extLst>
          </p:cNvPr>
          <p:cNvSpPr/>
          <p:nvPr/>
        </p:nvSpPr>
        <p:spPr>
          <a:xfrm>
            <a:off x="8830041" y="4078767"/>
            <a:ext cx="497936" cy="295882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lang="en-US" sz="1400" i="1" baseline="-25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en-US" sz="1400" i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89" name="Rounded Rectangle 488">
            <a:extLst>
              <a:ext uri="{FF2B5EF4-FFF2-40B4-BE49-F238E27FC236}">
                <a16:creationId xmlns:a16="http://schemas.microsoft.com/office/drawing/2014/main" id="{C26367CB-DDD9-864D-DD8E-299457E9A009}"/>
              </a:ext>
            </a:extLst>
          </p:cNvPr>
          <p:cNvSpPr/>
          <p:nvPr/>
        </p:nvSpPr>
        <p:spPr>
          <a:xfrm>
            <a:off x="9545644" y="4078380"/>
            <a:ext cx="497936" cy="295882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lang="en-US" sz="1400" i="1" baseline="-25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endParaRPr lang="en-US" sz="1400" i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90" name="Rounded Rectangle 489">
            <a:extLst>
              <a:ext uri="{FF2B5EF4-FFF2-40B4-BE49-F238E27FC236}">
                <a16:creationId xmlns:a16="http://schemas.microsoft.com/office/drawing/2014/main" id="{649651B2-9601-D7E7-994D-7A54972D4D48}"/>
              </a:ext>
            </a:extLst>
          </p:cNvPr>
          <p:cNvSpPr/>
          <p:nvPr/>
        </p:nvSpPr>
        <p:spPr>
          <a:xfrm>
            <a:off x="10277562" y="4078380"/>
            <a:ext cx="497936" cy="295882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lang="en-US" sz="1400" i="1" baseline="-25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endParaRPr lang="en-US" sz="1400" i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91" name="TextBox 490">
            <a:extLst>
              <a:ext uri="{FF2B5EF4-FFF2-40B4-BE49-F238E27FC236}">
                <a16:creationId xmlns:a16="http://schemas.microsoft.com/office/drawing/2014/main" id="{9A54FE54-0B63-3C93-7098-E8CCF258D76E}"/>
              </a:ext>
            </a:extLst>
          </p:cNvPr>
          <p:cNvSpPr txBox="1"/>
          <p:nvPr/>
        </p:nvSpPr>
        <p:spPr>
          <a:xfrm>
            <a:off x="10022972" y="5046577"/>
            <a:ext cx="71317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i="1" dirty="0" err="1"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R</a:t>
            </a:r>
            <a:r>
              <a:rPr lang="en-US" sz="1400" i="1" baseline="-25000" dirty="0" err="1"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punish</a:t>
            </a:r>
            <a:endParaRPr lang="en-US" sz="1400" i="1" dirty="0">
              <a:latin typeface="Cambria Math" panose="02040503050406030204" pitchFamily="18" charset="0"/>
              <a:ea typeface="Cambria Math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492" name="Rounded Rectangle 491">
            <a:extLst>
              <a:ext uri="{FF2B5EF4-FFF2-40B4-BE49-F238E27FC236}">
                <a16:creationId xmlns:a16="http://schemas.microsoft.com/office/drawing/2014/main" id="{65FEA8B7-B1D1-E8DE-EB92-4F2C7D9EBEED}"/>
              </a:ext>
            </a:extLst>
          </p:cNvPr>
          <p:cNvSpPr/>
          <p:nvPr/>
        </p:nvSpPr>
        <p:spPr>
          <a:xfrm>
            <a:off x="8202771" y="4680471"/>
            <a:ext cx="1021349" cy="547639"/>
          </a:xfrm>
          <a:prstGeom prst="roundRect">
            <a:avLst>
              <a:gd name="adj" fmla="val 25496"/>
            </a:avLst>
          </a:prstGeom>
          <a:solidFill>
            <a:schemeClr val="tx2">
              <a:lumMod val="10000"/>
              <a:lumOff val="9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Reference</a:t>
            </a:r>
            <a:br>
              <a:rPr lang="en-US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Model</a:t>
            </a:r>
          </a:p>
        </p:txBody>
      </p:sp>
      <p:sp>
        <p:nvSpPr>
          <p:cNvPr id="493" name="Rounded Rectangle 492">
            <a:extLst>
              <a:ext uri="{FF2B5EF4-FFF2-40B4-BE49-F238E27FC236}">
                <a16:creationId xmlns:a16="http://schemas.microsoft.com/office/drawing/2014/main" id="{54CA307C-EEF5-CFC8-F9A1-6B3B1C88D94E}"/>
              </a:ext>
            </a:extLst>
          </p:cNvPr>
          <p:cNvSpPr/>
          <p:nvPr/>
        </p:nvSpPr>
        <p:spPr>
          <a:xfrm>
            <a:off x="8030363" y="5608674"/>
            <a:ext cx="2868695" cy="496177"/>
          </a:xfrm>
          <a:prstGeom prst="roundRect">
            <a:avLst>
              <a:gd name="adj" fmla="val 19565"/>
            </a:avLst>
          </a:prstGeom>
          <a:solidFill>
            <a:schemeClr val="bg1"/>
          </a:solidFill>
          <a:ln w="127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94" name="Rounded Rectangle 493">
            <a:extLst>
              <a:ext uri="{FF2B5EF4-FFF2-40B4-BE49-F238E27FC236}">
                <a16:creationId xmlns:a16="http://schemas.microsoft.com/office/drawing/2014/main" id="{68F68192-0BCA-D2D5-7CE1-C648D10C32AA}"/>
              </a:ext>
            </a:extLst>
          </p:cNvPr>
          <p:cNvSpPr/>
          <p:nvPr/>
        </p:nvSpPr>
        <p:spPr>
          <a:xfrm>
            <a:off x="8140431" y="5713636"/>
            <a:ext cx="497936" cy="295882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US" sz="1400" i="1" baseline="-25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en-US" sz="1400" i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95" name="Rounded Rectangle 494">
            <a:extLst>
              <a:ext uri="{FF2B5EF4-FFF2-40B4-BE49-F238E27FC236}">
                <a16:creationId xmlns:a16="http://schemas.microsoft.com/office/drawing/2014/main" id="{CBFA8BB1-4305-8441-CDDB-08E7F4D3FABB}"/>
              </a:ext>
            </a:extLst>
          </p:cNvPr>
          <p:cNvSpPr/>
          <p:nvPr/>
        </p:nvSpPr>
        <p:spPr>
          <a:xfrm>
            <a:off x="8846190" y="5716200"/>
            <a:ext cx="497936" cy="295882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US" sz="1400" i="1" baseline="-25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en-US" sz="1400" i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96" name="Rounded Rectangle 495">
            <a:extLst>
              <a:ext uri="{FF2B5EF4-FFF2-40B4-BE49-F238E27FC236}">
                <a16:creationId xmlns:a16="http://schemas.microsoft.com/office/drawing/2014/main" id="{17298D73-A248-6BB3-A491-E6CB9B999ADF}"/>
              </a:ext>
            </a:extLst>
          </p:cNvPr>
          <p:cNvSpPr/>
          <p:nvPr/>
        </p:nvSpPr>
        <p:spPr>
          <a:xfrm>
            <a:off x="9561793" y="5715813"/>
            <a:ext cx="497936" cy="295882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US" sz="1400" i="1" baseline="-25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endParaRPr lang="en-US" sz="1400" i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97" name="Rounded Rectangle 496">
            <a:extLst>
              <a:ext uri="{FF2B5EF4-FFF2-40B4-BE49-F238E27FC236}">
                <a16:creationId xmlns:a16="http://schemas.microsoft.com/office/drawing/2014/main" id="{54347C99-6BCD-9BB2-9DF7-BD9D133749AF}"/>
              </a:ext>
            </a:extLst>
          </p:cNvPr>
          <p:cNvSpPr/>
          <p:nvPr/>
        </p:nvSpPr>
        <p:spPr>
          <a:xfrm>
            <a:off x="10293711" y="5715813"/>
            <a:ext cx="497936" cy="295882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US" sz="1400" i="1" baseline="-25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endParaRPr lang="en-US" sz="1400" i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498" name="Curved Connector 497">
            <a:extLst>
              <a:ext uri="{FF2B5EF4-FFF2-40B4-BE49-F238E27FC236}">
                <a16:creationId xmlns:a16="http://schemas.microsoft.com/office/drawing/2014/main" id="{338DB28C-809A-7979-B157-5B9D3E18DA75}"/>
              </a:ext>
            </a:extLst>
          </p:cNvPr>
          <p:cNvCxnSpPr>
            <a:stCxn id="486" idx="2"/>
            <a:endCxn id="482" idx="0"/>
          </p:cNvCxnSpPr>
          <p:nvPr/>
        </p:nvCxnSpPr>
        <p:spPr>
          <a:xfrm rot="16200000" flipH="1">
            <a:off x="9649379" y="4275309"/>
            <a:ext cx="204344" cy="605979"/>
          </a:xfrm>
          <a:prstGeom prst="curvedConnector3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99" name="Curved Connector 498">
            <a:extLst>
              <a:ext uri="{FF2B5EF4-FFF2-40B4-BE49-F238E27FC236}">
                <a16:creationId xmlns:a16="http://schemas.microsoft.com/office/drawing/2014/main" id="{35579012-3949-A757-4FE1-E53156902372}"/>
              </a:ext>
            </a:extLst>
          </p:cNvPr>
          <p:cNvCxnSpPr>
            <a:cxnSpLocks/>
            <a:stCxn id="486" idx="2"/>
            <a:endCxn id="492" idx="0"/>
          </p:cNvCxnSpPr>
          <p:nvPr/>
        </p:nvCxnSpPr>
        <p:spPr>
          <a:xfrm rot="5400000">
            <a:off x="8978832" y="4210741"/>
            <a:ext cx="204344" cy="735116"/>
          </a:xfrm>
          <a:prstGeom prst="curved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00" name="Curved Connector 499">
            <a:extLst>
              <a:ext uri="{FF2B5EF4-FFF2-40B4-BE49-F238E27FC236}">
                <a16:creationId xmlns:a16="http://schemas.microsoft.com/office/drawing/2014/main" id="{3EACE410-2713-235D-78D0-8B17FC6770E1}"/>
              </a:ext>
            </a:extLst>
          </p:cNvPr>
          <p:cNvCxnSpPr>
            <a:cxnSpLocks/>
            <a:stCxn id="481" idx="2"/>
            <a:endCxn id="493" idx="0"/>
          </p:cNvCxnSpPr>
          <p:nvPr/>
        </p:nvCxnSpPr>
        <p:spPr>
          <a:xfrm rot="5400000">
            <a:off x="9688489" y="5220975"/>
            <a:ext cx="163921" cy="611476"/>
          </a:xfrm>
          <a:prstGeom prst="curved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01" name="Right Arrow 500">
            <a:extLst>
              <a:ext uri="{FF2B5EF4-FFF2-40B4-BE49-F238E27FC236}">
                <a16:creationId xmlns:a16="http://schemas.microsoft.com/office/drawing/2014/main" id="{788C6921-B70D-F014-4B40-D7EB70E2CDB8}"/>
              </a:ext>
            </a:extLst>
          </p:cNvPr>
          <p:cNvSpPr/>
          <p:nvPr/>
        </p:nvSpPr>
        <p:spPr>
          <a:xfrm>
            <a:off x="7455941" y="4685009"/>
            <a:ext cx="330521" cy="230748"/>
          </a:xfrm>
          <a:prstGeom prst="rightArrow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04A9568-73EB-6954-9AF4-1878A8353DA1}"/>
              </a:ext>
            </a:extLst>
          </p:cNvPr>
          <p:cNvSpPr txBox="1"/>
          <p:nvPr/>
        </p:nvSpPr>
        <p:spPr>
          <a:xfrm>
            <a:off x="860346" y="3068845"/>
            <a:ext cx="1034366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(b) Training Paradigm</a:t>
            </a:r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7E8C1AE1-8654-D65B-4415-0DBCAA84CF63}"/>
              </a:ext>
            </a:extLst>
          </p:cNvPr>
          <p:cNvCxnSpPr>
            <a:cxnSpLocks/>
          </p:cNvCxnSpPr>
          <p:nvPr/>
        </p:nvCxnSpPr>
        <p:spPr>
          <a:xfrm>
            <a:off x="860346" y="3008668"/>
            <a:ext cx="10343663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prstDash val="dash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968A0D4E-7BE3-7901-7ED3-7F645F98AA86}"/>
              </a:ext>
            </a:extLst>
          </p:cNvPr>
          <p:cNvSpPr/>
          <p:nvPr/>
        </p:nvSpPr>
        <p:spPr>
          <a:xfrm>
            <a:off x="2434955" y="3992181"/>
            <a:ext cx="630264" cy="371959"/>
          </a:xfrm>
          <a:prstGeom prst="roundRect">
            <a:avLst/>
          </a:prstGeom>
          <a:noFill/>
          <a:ln w="12700">
            <a:solidFill>
              <a:schemeClr val="tx1">
                <a:lumMod val="50000"/>
                <a:lumOff val="50000"/>
              </a:schemeClr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4915BC9-9F23-E16A-A650-C98C0AFEFB42}"/>
              </a:ext>
            </a:extLst>
          </p:cNvPr>
          <p:cNvSpPr/>
          <p:nvPr/>
        </p:nvSpPr>
        <p:spPr>
          <a:xfrm>
            <a:off x="2474819" y="4677227"/>
            <a:ext cx="273722" cy="274320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5" name="Curved Connector 44">
            <a:extLst>
              <a:ext uri="{FF2B5EF4-FFF2-40B4-BE49-F238E27FC236}">
                <a16:creationId xmlns:a16="http://schemas.microsoft.com/office/drawing/2014/main" id="{00F7EFD3-13FA-521A-70CC-145CE5CFCABF}"/>
              </a:ext>
            </a:extLst>
          </p:cNvPr>
          <p:cNvCxnSpPr>
            <a:cxnSpLocks/>
            <a:stCxn id="26" idx="2"/>
            <a:endCxn id="32" idx="0"/>
          </p:cNvCxnSpPr>
          <p:nvPr/>
        </p:nvCxnSpPr>
        <p:spPr>
          <a:xfrm rot="5400000">
            <a:off x="2612023" y="5139676"/>
            <a:ext cx="271575" cy="1462"/>
          </a:xfrm>
          <a:prstGeom prst="curvedConnector3">
            <a:avLst>
              <a:gd name="adj1" fmla="val 50000"/>
            </a:avLst>
          </a:prstGeom>
          <a:ln>
            <a:solidFill>
              <a:schemeClr val="tx2">
                <a:lumMod val="25000"/>
                <a:lumOff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2" name="TextBox 501">
            <a:extLst>
              <a:ext uri="{FF2B5EF4-FFF2-40B4-BE49-F238E27FC236}">
                <a16:creationId xmlns:a16="http://schemas.microsoft.com/office/drawing/2014/main" id="{5DA34A1A-B5DD-FECA-9DDE-F3D7FC895CD3}"/>
              </a:ext>
            </a:extLst>
          </p:cNvPr>
          <p:cNvSpPr txBox="1"/>
          <p:nvPr/>
        </p:nvSpPr>
        <p:spPr>
          <a:xfrm>
            <a:off x="2451100" y="5567229"/>
            <a:ext cx="34673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i="1" dirty="0">
                <a:latin typeface="Times New Roman" panose="020206030504050203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1400" i="1" baseline="-25000" dirty="0">
                <a:latin typeface="Times New Roman" panose="020206030504050203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0</a:t>
            </a:r>
          </a:p>
        </p:txBody>
      </p:sp>
      <p:sp>
        <p:nvSpPr>
          <p:cNvPr id="98" name="TextBox 97">
            <a:extLst>
              <a:ext uri="{FF2B5EF4-FFF2-40B4-BE49-F238E27FC236}">
                <a16:creationId xmlns:a16="http://schemas.microsoft.com/office/drawing/2014/main" id="{BDA55948-D513-6AA8-A569-714F540BFAF9}"/>
              </a:ext>
            </a:extLst>
          </p:cNvPr>
          <p:cNvSpPr txBox="1"/>
          <p:nvPr/>
        </p:nvSpPr>
        <p:spPr>
          <a:xfrm>
            <a:off x="2723931" y="5569933"/>
            <a:ext cx="34673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i="1" dirty="0">
                <a:latin typeface="Times New Roman" panose="020206030504050203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1400" i="1" baseline="-25000" dirty="0">
                <a:latin typeface="Times New Roman" panose="020206030504050203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1</a:t>
            </a:r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37CD72F2-973A-F7D2-630D-97A7C667388C}"/>
              </a:ext>
            </a:extLst>
          </p:cNvPr>
          <p:cNvSpPr txBox="1"/>
          <p:nvPr/>
        </p:nvSpPr>
        <p:spPr>
          <a:xfrm>
            <a:off x="3007903" y="5569303"/>
            <a:ext cx="34673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i="1" dirty="0">
                <a:latin typeface="Times New Roman" panose="020206030504050203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1400" i="1" baseline="-25000" dirty="0">
                <a:latin typeface="Times New Roman" panose="020206030504050203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2</a:t>
            </a:r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002EAF05-A571-1436-622A-C55DB472104A}"/>
              </a:ext>
            </a:extLst>
          </p:cNvPr>
          <p:cNvSpPr txBox="1"/>
          <p:nvPr/>
        </p:nvSpPr>
        <p:spPr>
          <a:xfrm>
            <a:off x="3271362" y="5567369"/>
            <a:ext cx="34673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i="1" dirty="0">
                <a:latin typeface="Times New Roman" panose="020206030504050203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1400" i="1" baseline="-25000" dirty="0">
                <a:latin typeface="Times New Roman" panose="020206030504050203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3</a:t>
            </a:r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65153189-AA53-4BCA-07F7-9D8525FCCF8E}"/>
              </a:ext>
            </a:extLst>
          </p:cNvPr>
          <p:cNvSpPr txBox="1"/>
          <p:nvPr/>
        </p:nvSpPr>
        <p:spPr>
          <a:xfrm>
            <a:off x="3564649" y="5569606"/>
            <a:ext cx="34673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i="1" dirty="0">
                <a:latin typeface="Times New Roman" panose="020206030504050203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1400" i="1" baseline="-25000" dirty="0">
                <a:latin typeface="Times New Roman" panose="020206030504050203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4</a:t>
            </a:r>
          </a:p>
        </p:txBody>
      </p:sp>
      <p:sp>
        <p:nvSpPr>
          <p:cNvPr id="102" name="TextBox 101">
            <a:extLst>
              <a:ext uri="{FF2B5EF4-FFF2-40B4-BE49-F238E27FC236}">
                <a16:creationId xmlns:a16="http://schemas.microsoft.com/office/drawing/2014/main" id="{A341A14A-D5B9-B178-6197-90DA7591A908}"/>
              </a:ext>
            </a:extLst>
          </p:cNvPr>
          <p:cNvSpPr txBox="1"/>
          <p:nvPr/>
        </p:nvSpPr>
        <p:spPr>
          <a:xfrm>
            <a:off x="3837573" y="5567369"/>
            <a:ext cx="34673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i="1" dirty="0">
                <a:latin typeface="Times New Roman" panose="020206030504050203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1400" i="1" baseline="-25000" dirty="0">
                <a:latin typeface="Times New Roman" panose="020206030504050203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5</a:t>
            </a:r>
          </a:p>
        </p:txBody>
      </p:sp>
      <p:sp>
        <p:nvSpPr>
          <p:cNvPr id="104" name="TextBox 103">
            <a:extLst>
              <a:ext uri="{FF2B5EF4-FFF2-40B4-BE49-F238E27FC236}">
                <a16:creationId xmlns:a16="http://schemas.microsoft.com/office/drawing/2014/main" id="{01201F0C-F3E6-99BF-3AA2-BB75772B590C}"/>
              </a:ext>
            </a:extLst>
          </p:cNvPr>
          <p:cNvSpPr txBox="1"/>
          <p:nvPr/>
        </p:nvSpPr>
        <p:spPr>
          <a:xfrm>
            <a:off x="5481687" y="5568696"/>
            <a:ext cx="34673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i="1" dirty="0">
                <a:latin typeface="Times New Roman" panose="020206030504050203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1400" i="1" baseline="-25000" dirty="0">
                <a:latin typeface="Times New Roman" panose="020206030504050203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0</a:t>
            </a:r>
          </a:p>
        </p:txBody>
      </p:sp>
      <p:sp>
        <p:nvSpPr>
          <p:cNvPr id="105" name="TextBox 104">
            <a:extLst>
              <a:ext uri="{FF2B5EF4-FFF2-40B4-BE49-F238E27FC236}">
                <a16:creationId xmlns:a16="http://schemas.microsoft.com/office/drawing/2014/main" id="{A9259910-29E0-2DFE-3B42-662BD4B5ED92}"/>
              </a:ext>
            </a:extLst>
          </p:cNvPr>
          <p:cNvSpPr txBox="1"/>
          <p:nvPr/>
        </p:nvSpPr>
        <p:spPr>
          <a:xfrm>
            <a:off x="5754518" y="5568696"/>
            <a:ext cx="34673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i="1" dirty="0">
                <a:latin typeface="Times New Roman" panose="020206030504050203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1400" i="1" baseline="-25000" dirty="0">
                <a:latin typeface="Times New Roman" panose="020206030504050203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1</a:t>
            </a:r>
          </a:p>
        </p:txBody>
      </p:sp>
      <p:sp>
        <p:nvSpPr>
          <p:cNvPr id="106" name="TextBox 105">
            <a:extLst>
              <a:ext uri="{FF2B5EF4-FFF2-40B4-BE49-F238E27FC236}">
                <a16:creationId xmlns:a16="http://schemas.microsoft.com/office/drawing/2014/main" id="{944B383D-AAB2-9FF4-C61D-7B72AD684387}"/>
              </a:ext>
            </a:extLst>
          </p:cNvPr>
          <p:cNvSpPr txBox="1"/>
          <p:nvPr/>
        </p:nvSpPr>
        <p:spPr>
          <a:xfrm>
            <a:off x="6038490" y="5568696"/>
            <a:ext cx="34673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i="1" dirty="0">
                <a:latin typeface="Times New Roman" panose="020206030504050203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1400" i="1" baseline="-25000" dirty="0">
                <a:latin typeface="Times New Roman" panose="020206030504050203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2</a:t>
            </a:r>
          </a:p>
        </p:txBody>
      </p:sp>
      <p:sp>
        <p:nvSpPr>
          <p:cNvPr id="107" name="TextBox 106">
            <a:extLst>
              <a:ext uri="{FF2B5EF4-FFF2-40B4-BE49-F238E27FC236}">
                <a16:creationId xmlns:a16="http://schemas.microsoft.com/office/drawing/2014/main" id="{8157B1A5-E437-8365-A890-3DA04F374A3D}"/>
              </a:ext>
            </a:extLst>
          </p:cNvPr>
          <p:cNvSpPr txBox="1"/>
          <p:nvPr/>
        </p:nvSpPr>
        <p:spPr>
          <a:xfrm>
            <a:off x="6301949" y="5568696"/>
            <a:ext cx="34673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i="1" dirty="0">
                <a:latin typeface="Times New Roman" panose="020206030504050203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1400" i="1" baseline="-25000" dirty="0">
                <a:latin typeface="Times New Roman" panose="020206030504050203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3</a:t>
            </a:r>
          </a:p>
        </p:txBody>
      </p:sp>
      <p:sp>
        <p:nvSpPr>
          <p:cNvPr id="108" name="TextBox 107">
            <a:extLst>
              <a:ext uri="{FF2B5EF4-FFF2-40B4-BE49-F238E27FC236}">
                <a16:creationId xmlns:a16="http://schemas.microsoft.com/office/drawing/2014/main" id="{D2565EC8-D6C3-3CE5-7172-8625F096EA64}"/>
              </a:ext>
            </a:extLst>
          </p:cNvPr>
          <p:cNvSpPr txBox="1"/>
          <p:nvPr/>
        </p:nvSpPr>
        <p:spPr>
          <a:xfrm>
            <a:off x="6595236" y="5568696"/>
            <a:ext cx="34673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i="1" dirty="0">
                <a:latin typeface="Times New Roman" panose="020206030504050203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1400" i="1" baseline="-25000" dirty="0">
                <a:latin typeface="Times New Roman" panose="020206030504050203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4</a:t>
            </a:r>
          </a:p>
        </p:txBody>
      </p:sp>
      <p:sp>
        <p:nvSpPr>
          <p:cNvPr id="109" name="TextBox 108">
            <a:extLst>
              <a:ext uri="{FF2B5EF4-FFF2-40B4-BE49-F238E27FC236}">
                <a16:creationId xmlns:a16="http://schemas.microsoft.com/office/drawing/2014/main" id="{93E597AF-D335-14B6-6BF6-0634FE26ECFD}"/>
              </a:ext>
            </a:extLst>
          </p:cNvPr>
          <p:cNvSpPr txBox="1"/>
          <p:nvPr/>
        </p:nvSpPr>
        <p:spPr>
          <a:xfrm>
            <a:off x="6868160" y="5568696"/>
            <a:ext cx="34673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i="1" dirty="0">
                <a:latin typeface="Times New Roman" panose="020206030504050203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1400" i="1" baseline="-25000" dirty="0">
                <a:latin typeface="Times New Roman" panose="020206030504050203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54228100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9" name="Group 58">
            <a:extLst>
              <a:ext uri="{FF2B5EF4-FFF2-40B4-BE49-F238E27FC236}">
                <a16:creationId xmlns:a16="http://schemas.microsoft.com/office/drawing/2014/main" id="{7C65C88D-3325-3796-40B5-265B6AD667B1}"/>
              </a:ext>
            </a:extLst>
          </p:cNvPr>
          <p:cNvGrpSpPr/>
          <p:nvPr/>
        </p:nvGrpSpPr>
        <p:grpSpPr>
          <a:xfrm>
            <a:off x="4944477" y="3429000"/>
            <a:ext cx="820763" cy="348095"/>
            <a:chOff x="1875561" y="3429000"/>
            <a:chExt cx="820763" cy="348095"/>
          </a:xfrm>
        </p:grpSpPr>
        <p:sp>
          <p:nvSpPr>
            <p:cNvPr id="60" name="Rectangle 59">
              <a:extLst>
                <a:ext uri="{FF2B5EF4-FFF2-40B4-BE49-F238E27FC236}">
                  <a16:creationId xmlns:a16="http://schemas.microsoft.com/office/drawing/2014/main" id="{D01A6FEC-8945-98FB-9385-7EDF53ED5DC0}"/>
                </a:ext>
              </a:extLst>
            </p:cNvPr>
            <p:cNvSpPr/>
            <p:nvPr/>
          </p:nvSpPr>
          <p:spPr>
            <a:xfrm>
              <a:off x="1953490" y="3429000"/>
              <a:ext cx="640080" cy="348095"/>
            </a:xfrm>
            <a:prstGeom prst="rect">
              <a:avLst/>
            </a:prstGeom>
            <a:solidFill>
              <a:srgbClr val="FF7D7A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effectLst>
                  <a:outerShdw blurRad="50800" dist="38100" algn="l" rotWithShape="0">
                    <a:prstClr val="black">
                      <a:alpha val="40000"/>
                    </a:prstClr>
                  </a:outerShdw>
                </a:effectLst>
              </a:endParaRPr>
            </a:p>
          </p:txBody>
        </p:sp>
        <p:sp>
          <p:nvSpPr>
            <p:cNvPr id="61" name="TextBox 60">
              <a:extLst>
                <a:ext uri="{FF2B5EF4-FFF2-40B4-BE49-F238E27FC236}">
                  <a16:creationId xmlns:a16="http://schemas.microsoft.com/office/drawing/2014/main" id="{6264603F-C08A-215F-DE81-6CBCE88B537E}"/>
                </a:ext>
              </a:extLst>
            </p:cNvPr>
            <p:cNvSpPr txBox="1"/>
            <p:nvPr/>
          </p:nvSpPr>
          <p:spPr>
            <a:xfrm>
              <a:off x="1875561" y="3449158"/>
              <a:ext cx="820763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>
                  <a:solidFill>
                    <a:schemeClr val="bg1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reject</a:t>
              </a:r>
            </a:p>
          </p:txBody>
        </p:sp>
      </p:grp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6A53909F-9391-80D8-D9BB-3AB4BE397CC0}"/>
              </a:ext>
            </a:extLst>
          </p:cNvPr>
          <p:cNvSpPr/>
          <p:nvPr/>
        </p:nvSpPr>
        <p:spPr>
          <a:xfrm>
            <a:off x="860346" y="989428"/>
            <a:ext cx="10343663" cy="1810963"/>
          </a:xfrm>
          <a:prstGeom prst="roundRect">
            <a:avLst>
              <a:gd name="adj" fmla="val 7862"/>
            </a:avLst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3E04D23A-FF4A-10DC-3C5A-D1BBAB8A897A}"/>
              </a:ext>
            </a:extLst>
          </p:cNvPr>
          <p:cNvSpPr/>
          <p:nvPr/>
        </p:nvSpPr>
        <p:spPr>
          <a:xfrm>
            <a:off x="1867502" y="1681846"/>
            <a:ext cx="428617" cy="428617"/>
          </a:xfrm>
          <a:prstGeom prst="ellipse">
            <a:avLst/>
          </a:prstGeom>
          <a:solidFill>
            <a:schemeClr val="tx2">
              <a:lumMod val="25000"/>
              <a:lumOff val="7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dirty="0">
              <a:solidFill>
                <a:schemeClr val="tx1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587CCA1D-D3CB-220F-5E16-F1500631254A}"/>
              </a:ext>
            </a:extLst>
          </p:cNvPr>
          <p:cNvSpPr/>
          <p:nvPr/>
        </p:nvSpPr>
        <p:spPr>
          <a:xfrm>
            <a:off x="2635671" y="1681846"/>
            <a:ext cx="428617" cy="428617"/>
          </a:xfrm>
          <a:prstGeom prst="ellipse">
            <a:avLst/>
          </a:prstGeom>
          <a:solidFill>
            <a:schemeClr val="tx2">
              <a:lumMod val="25000"/>
              <a:lumOff val="7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090DEBBE-09C2-0F13-CD24-438BCE7730A2}"/>
              </a:ext>
            </a:extLst>
          </p:cNvPr>
          <p:cNvSpPr/>
          <p:nvPr/>
        </p:nvSpPr>
        <p:spPr>
          <a:xfrm>
            <a:off x="3403840" y="1683077"/>
            <a:ext cx="428617" cy="428617"/>
          </a:xfrm>
          <a:prstGeom prst="ellipse">
            <a:avLst/>
          </a:prstGeom>
          <a:solidFill>
            <a:schemeClr val="tx2">
              <a:lumMod val="25000"/>
              <a:lumOff val="7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38015DD0-A41E-B1AA-B7F9-6C7F76CFD891}"/>
              </a:ext>
            </a:extLst>
          </p:cNvPr>
          <p:cNvSpPr/>
          <p:nvPr/>
        </p:nvSpPr>
        <p:spPr>
          <a:xfrm>
            <a:off x="4172010" y="1681846"/>
            <a:ext cx="428617" cy="428617"/>
          </a:xfrm>
          <a:prstGeom prst="ellipse">
            <a:avLst/>
          </a:prstGeom>
          <a:solidFill>
            <a:srgbClr val="FF7E79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59250F71-A150-E8E7-33F0-8BE81D193B1E}"/>
              </a:ext>
            </a:extLst>
          </p:cNvPr>
          <p:cNvSpPr/>
          <p:nvPr/>
        </p:nvSpPr>
        <p:spPr>
          <a:xfrm>
            <a:off x="4946417" y="1683671"/>
            <a:ext cx="428617" cy="428617"/>
          </a:xfrm>
          <a:prstGeom prst="ellipse">
            <a:avLst/>
          </a:prstGeom>
          <a:solidFill>
            <a:srgbClr val="FF7E79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F77E5C2D-F832-A2A4-D625-E0B7ABCF8E0E}"/>
              </a:ext>
            </a:extLst>
          </p:cNvPr>
          <p:cNvSpPr/>
          <p:nvPr/>
        </p:nvSpPr>
        <p:spPr>
          <a:xfrm>
            <a:off x="5720825" y="1683671"/>
            <a:ext cx="428617" cy="428617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D9D17FB1-83F3-B07C-8A51-7F405158CC28}"/>
              </a:ext>
            </a:extLst>
          </p:cNvPr>
          <p:cNvCxnSpPr>
            <a:cxnSpLocks/>
            <a:endCxn id="6" idx="2"/>
          </p:cNvCxnSpPr>
          <p:nvPr/>
        </p:nvCxnSpPr>
        <p:spPr>
          <a:xfrm>
            <a:off x="2296119" y="1896155"/>
            <a:ext cx="339552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54CAB440-2FFA-C0F8-FC18-055AAE63D29B}"/>
              </a:ext>
            </a:extLst>
          </p:cNvPr>
          <p:cNvCxnSpPr>
            <a:cxnSpLocks/>
            <a:stCxn id="6" idx="6"/>
            <a:endCxn id="7" idx="2"/>
          </p:cNvCxnSpPr>
          <p:nvPr/>
        </p:nvCxnSpPr>
        <p:spPr>
          <a:xfrm>
            <a:off x="3064288" y="1896155"/>
            <a:ext cx="339552" cy="123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D118965A-3463-378E-3E86-C0918A5620F2}"/>
              </a:ext>
            </a:extLst>
          </p:cNvPr>
          <p:cNvCxnSpPr>
            <a:cxnSpLocks/>
            <a:stCxn id="7" idx="6"/>
            <a:endCxn id="8" idx="2"/>
          </p:cNvCxnSpPr>
          <p:nvPr/>
        </p:nvCxnSpPr>
        <p:spPr>
          <a:xfrm flipV="1">
            <a:off x="3832457" y="1896155"/>
            <a:ext cx="339553" cy="123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8EDFB9CF-2D9C-2E2F-DA9B-AC89ACD786D8}"/>
              </a:ext>
            </a:extLst>
          </p:cNvPr>
          <p:cNvCxnSpPr>
            <a:cxnSpLocks/>
            <a:stCxn id="8" idx="6"/>
            <a:endCxn id="9" idx="2"/>
          </p:cNvCxnSpPr>
          <p:nvPr/>
        </p:nvCxnSpPr>
        <p:spPr>
          <a:xfrm>
            <a:off x="4600627" y="1896155"/>
            <a:ext cx="345790" cy="182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3328F3BD-513B-0189-624A-EDA12EA7CB99}"/>
              </a:ext>
            </a:extLst>
          </p:cNvPr>
          <p:cNvCxnSpPr>
            <a:cxnSpLocks/>
            <a:stCxn id="9" idx="6"/>
            <a:endCxn id="10" idx="2"/>
          </p:cNvCxnSpPr>
          <p:nvPr/>
        </p:nvCxnSpPr>
        <p:spPr>
          <a:xfrm>
            <a:off x="5375034" y="1897980"/>
            <a:ext cx="345791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6" name="Oval 15">
            <a:extLst>
              <a:ext uri="{FF2B5EF4-FFF2-40B4-BE49-F238E27FC236}">
                <a16:creationId xmlns:a16="http://schemas.microsoft.com/office/drawing/2014/main" id="{B4BC36E0-0A8E-5E65-5A5D-0EA81F5ACD11}"/>
              </a:ext>
            </a:extLst>
          </p:cNvPr>
          <p:cNvSpPr/>
          <p:nvPr/>
        </p:nvSpPr>
        <p:spPr>
          <a:xfrm>
            <a:off x="6502022" y="1679192"/>
            <a:ext cx="428617" cy="428617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C558C691-FCA4-B13B-12DA-F7E7A23A2B3D}"/>
              </a:ext>
            </a:extLst>
          </p:cNvPr>
          <p:cNvSpPr/>
          <p:nvPr/>
        </p:nvSpPr>
        <p:spPr>
          <a:xfrm>
            <a:off x="7331077" y="1675888"/>
            <a:ext cx="428617" cy="428617"/>
          </a:xfrm>
          <a:prstGeom prst="ellipse">
            <a:avLst/>
          </a:prstGeom>
          <a:solidFill>
            <a:schemeClr val="tx2">
              <a:lumMod val="25000"/>
              <a:lumOff val="7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20AFC05A-E88E-DFE4-C718-BC872E5E93F5}"/>
              </a:ext>
            </a:extLst>
          </p:cNvPr>
          <p:cNvSpPr/>
          <p:nvPr/>
        </p:nvSpPr>
        <p:spPr>
          <a:xfrm>
            <a:off x="8088809" y="1679192"/>
            <a:ext cx="428617" cy="428617"/>
          </a:xfrm>
          <a:prstGeom prst="ellipse">
            <a:avLst/>
          </a:prstGeom>
          <a:solidFill>
            <a:schemeClr val="tx2">
              <a:lumMod val="25000"/>
              <a:lumOff val="7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FA4CC5E9-DBB5-29DF-C2CE-7D4594D547F9}"/>
              </a:ext>
            </a:extLst>
          </p:cNvPr>
          <p:cNvCxnSpPr>
            <a:cxnSpLocks/>
            <a:stCxn id="17" idx="6"/>
            <a:endCxn id="18" idx="2"/>
          </p:cNvCxnSpPr>
          <p:nvPr/>
        </p:nvCxnSpPr>
        <p:spPr>
          <a:xfrm>
            <a:off x="7759694" y="1890197"/>
            <a:ext cx="329115" cy="330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7A13CB19-6802-5811-779C-22678E609D1C}"/>
              </a:ext>
            </a:extLst>
          </p:cNvPr>
          <p:cNvSpPr txBox="1"/>
          <p:nvPr/>
        </p:nvSpPr>
        <p:spPr>
          <a:xfrm>
            <a:off x="1886311" y="1742712"/>
            <a:ext cx="3834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It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6C772BC-BA82-08C8-323C-034C71BB4222}"/>
              </a:ext>
            </a:extLst>
          </p:cNvPr>
          <p:cNvSpPr txBox="1"/>
          <p:nvPr/>
        </p:nvSpPr>
        <p:spPr>
          <a:xfrm>
            <a:off x="2658260" y="1746867"/>
            <a:ext cx="3834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is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D628A147-219A-A74C-E701-BC1B587245AB}"/>
              </a:ext>
            </a:extLst>
          </p:cNvPr>
          <p:cNvSpPr txBox="1"/>
          <p:nvPr/>
        </p:nvSpPr>
        <p:spPr>
          <a:xfrm>
            <a:off x="3473138" y="1739613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C80C6980-CD2A-44C1-AF0F-7EDD0B670B16}"/>
              </a:ext>
            </a:extLst>
          </p:cNvPr>
          <p:cNvSpPr txBox="1"/>
          <p:nvPr/>
        </p:nvSpPr>
        <p:spPr>
          <a:xfrm>
            <a:off x="2274146" y="1526499"/>
            <a:ext cx="36420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①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610AF9F-68EE-ED55-DCCF-432B848A49B7}"/>
              </a:ext>
            </a:extLst>
          </p:cNvPr>
          <p:cNvSpPr txBox="1"/>
          <p:nvPr/>
        </p:nvSpPr>
        <p:spPr>
          <a:xfrm>
            <a:off x="3046505" y="1529783"/>
            <a:ext cx="36420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②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785DAEA2-FD1E-3997-B5A5-132562B213C5}"/>
              </a:ext>
            </a:extLst>
          </p:cNvPr>
          <p:cNvSpPr txBox="1"/>
          <p:nvPr/>
        </p:nvSpPr>
        <p:spPr>
          <a:xfrm>
            <a:off x="3812425" y="1530417"/>
            <a:ext cx="36420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③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3BAC4DD6-C3F6-C628-26F7-74BEEFD0D8AD}"/>
              </a:ext>
            </a:extLst>
          </p:cNvPr>
          <p:cNvSpPr txBox="1"/>
          <p:nvPr/>
        </p:nvSpPr>
        <p:spPr>
          <a:xfrm>
            <a:off x="4593273" y="1529782"/>
            <a:ext cx="36420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④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30B52712-0D5E-06D2-34B9-0F43825943ED}"/>
              </a:ext>
            </a:extLst>
          </p:cNvPr>
          <p:cNvSpPr txBox="1"/>
          <p:nvPr/>
        </p:nvSpPr>
        <p:spPr>
          <a:xfrm>
            <a:off x="5345694" y="1529782"/>
            <a:ext cx="39946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⑤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25A5DC94-93A3-9BC2-F95F-A62BEECEE1CE}"/>
              </a:ext>
            </a:extLst>
          </p:cNvPr>
          <p:cNvSpPr txBox="1"/>
          <p:nvPr/>
        </p:nvSpPr>
        <p:spPr>
          <a:xfrm>
            <a:off x="5935132" y="2112288"/>
            <a:ext cx="36420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⑥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E97AF547-B284-18A0-9EF4-F1C9F01DBC5B}"/>
              </a:ext>
            </a:extLst>
          </p:cNvPr>
          <p:cNvSpPr txBox="1"/>
          <p:nvPr/>
        </p:nvSpPr>
        <p:spPr>
          <a:xfrm>
            <a:off x="4077932" y="1229926"/>
            <a:ext cx="36420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⑦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390E8E59-B069-AB8A-978E-96E500FC65E5}"/>
              </a:ext>
            </a:extLst>
          </p:cNvPr>
          <p:cNvSpPr txBox="1"/>
          <p:nvPr/>
        </p:nvSpPr>
        <p:spPr>
          <a:xfrm>
            <a:off x="6703301" y="2104505"/>
            <a:ext cx="36420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⑧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E9C3BDFB-FDC0-CB14-9FDB-D88C45B16A0F}"/>
              </a:ext>
            </a:extLst>
          </p:cNvPr>
          <p:cNvSpPr txBox="1"/>
          <p:nvPr/>
        </p:nvSpPr>
        <p:spPr>
          <a:xfrm>
            <a:off x="3261544" y="1143147"/>
            <a:ext cx="36420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⑨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72097870-E697-3529-557D-D984AAF96B76}"/>
              </a:ext>
            </a:extLst>
          </p:cNvPr>
          <p:cNvSpPr txBox="1"/>
          <p:nvPr/>
        </p:nvSpPr>
        <p:spPr>
          <a:xfrm>
            <a:off x="7747027" y="1530417"/>
            <a:ext cx="36420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⑩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77C5C680-6781-1050-281C-37D11B9482A2}"/>
              </a:ext>
            </a:extLst>
          </p:cNvPr>
          <p:cNvSpPr txBox="1"/>
          <p:nvPr/>
        </p:nvSpPr>
        <p:spPr>
          <a:xfrm>
            <a:off x="4090772" y="1743497"/>
            <a:ext cx="58221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weak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0E71F427-22E0-1CD0-A71F-6C2447F7F1E8}"/>
              </a:ext>
            </a:extLst>
          </p:cNvPr>
          <p:cNvSpPr txBox="1"/>
          <p:nvPr/>
        </p:nvSpPr>
        <p:spPr>
          <a:xfrm>
            <a:off x="4862830" y="1746867"/>
            <a:ext cx="58221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dirty="0" err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rej</a:t>
            </a:r>
            <a:r>
              <a:rPr lang="en-US" sz="14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.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A4CB71EC-16BD-A342-A810-B92E1735D0AC}"/>
              </a:ext>
            </a:extLst>
          </p:cNvPr>
          <p:cNvSpPr txBox="1"/>
          <p:nvPr/>
        </p:nvSpPr>
        <p:spPr>
          <a:xfrm>
            <a:off x="5644027" y="1740412"/>
            <a:ext cx="58221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&lt;BK&gt;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8085D9BE-8027-7C3F-1FBB-B04B754D5F5F}"/>
              </a:ext>
            </a:extLst>
          </p:cNvPr>
          <p:cNvSpPr txBox="1"/>
          <p:nvPr/>
        </p:nvSpPr>
        <p:spPr>
          <a:xfrm>
            <a:off x="6425224" y="1739613"/>
            <a:ext cx="58221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&lt;BK&gt;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3933F1CF-F412-FDB8-7F5E-11064D17BD90}"/>
              </a:ext>
            </a:extLst>
          </p:cNvPr>
          <p:cNvSpPr txBox="1"/>
          <p:nvPr/>
        </p:nvSpPr>
        <p:spPr>
          <a:xfrm>
            <a:off x="7248381" y="1739613"/>
            <a:ext cx="58221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str.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AC514AD9-D827-240D-8E6B-A3696C3F36D1}"/>
              </a:ext>
            </a:extLst>
          </p:cNvPr>
          <p:cNvSpPr txBox="1"/>
          <p:nvPr/>
        </p:nvSpPr>
        <p:spPr>
          <a:xfrm>
            <a:off x="8005912" y="1739613"/>
            <a:ext cx="58221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acc.</a:t>
            </a:r>
          </a:p>
        </p:txBody>
      </p:sp>
      <p:cxnSp>
        <p:nvCxnSpPr>
          <p:cNvPr id="39" name="Elbow Connector 38">
            <a:extLst>
              <a:ext uri="{FF2B5EF4-FFF2-40B4-BE49-F238E27FC236}">
                <a16:creationId xmlns:a16="http://schemas.microsoft.com/office/drawing/2014/main" id="{A531F1C3-811C-6F98-8629-672727099A86}"/>
              </a:ext>
            </a:extLst>
          </p:cNvPr>
          <p:cNvCxnSpPr>
            <a:cxnSpLocks/>
            <a:stCxn id="8" idx="0"/>
            <a:endCxn id="16" idx="0"/>
          </p:cNvCxnSpPr>
          <p:nvPr/>
        </p:nvCxnSpPr>
        <p:spPr>
          <a:xfrm rot="5400000" flipH="1" flipV="1">
            <a:off x="5549998" y="515513"/>
            <a:ext cx="2654" cy="2330012"/>
          </a:xfrm>
          <a:prstGeom prst="bentConnector3">
            <a:avLst>
              <a:gd name="adj1" fmla="val 8713414"/>
            </a:avLst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Elbow Connector 39">
            <a:extLst>
              <a:ext uri="{FF2B5EF4-FFF2-40B4-BE49-F238E27FC236}">
                <a16:creationId xmlns:a16="http://schemas.microsoft.com/office/drawing/2014/main" id="{850F0F8B-B8DF-9D1F-0709-4AFDFEB1CCEE}"/>
              </a:ext>
            </a:extLst>
          </p:cNvPr>
          <p:cNvCxnSpPr>
            <a:cxnSpLocks/>
            <a:stCxn id="10" idx="4"/>
            <a:endCxn id="8" idx="4"/>
          </p:cNvCxnSpPr>
          <p:nvPr/>
        </p:nvCxnSpPr>
        <p:spPr>
          <a:xfrm rot="5400000" flipH="1">
            <a:off x="5159814" y="1336969"/>
            <a:ext cx="1825" cy="1548815"/>
          </a:xfrm>
          <a:prstGeom prst="bentConnector3">
            <a:avLst>
              <a:gd name="adj1" fmla="val -12526027"/>
            </a:avLst>
          </a:prstGeom>
          <a:ln>
            <a:solidFill>
              <a:schemeClr val="accent2">
                <a:lumMod val="60000"/>
                <a:lumOff val="4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Elbow Connector 40">
            <a:extLst>
              <a:ext uri="{FF2B5EF4-FFF2-40B4-BE49-F238E27FC236}">
                <a16:creationId xmlns:a16="http://schemas.microsoft.com/office/drawing/2014/main" id="{7E96D600-E330-85EE-8E47-CE8E15526CCC}"/>
              </a:ext>
            </a:extLst>
          </p:cNvPr>
          <p:cNvCxnSpPr>
            <a:cxnSpLocks/>
            <a:stCxn id="7" idx="0"/>
            <a:endCxn id="17" idx="0"/>
          </p:cNvCxnSpPr>
          <p:nvPr/>
        </p:nvCxnSpPr>
        <p:spPr>
          <a:xfrm rot="5400000" flipH="1" flipV="1">
            <a:off x="5578173" y="-284135"/>
            <a:ext cx="7189" cy="3927237"/>
          </a:xfrm>
          <a:prstGeom prst="bentConnector3">
            <a:avLst>
              <a:gd name="adj1" fmla="val 6459716"/>
            </a:avLst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Elbow Connector 41">
            <a:extLst>
              <a:ext uri="{FF2B5EF4-FFF2-40B4-BE49-F238E27FC236}">
                <a16:creationId xmlns:a16="http://schemas.microsoft.com/office/drawing/2014/main" id="{439B4284-A1BD-4058-5D4C-56AEE9BDF979}"/>
              </a:ext>
            </a:extLst>
          </p:cNvPr>
          <p:cNvCxnSpPr>
            <a:cxnSpLocks/>
            <a:stCxn id="16" idx="4"/>
            <a:endCxn id="7" idx="4"/>
          </p:cNvCxnSpPr>
          <p:nvPr/>
        </p:nvCxnSpPr>
        <p:spPr>
          <a:xfrm rot="5400000">
            <a:off x="5165298" y="560660"/>
            <a:ext cx="3885" cy="3098182"/>
          </a:xfrm>
          <a:prstGeom prst="bentConnector3">
            <a:avLst>
              <a:gd name="adj1" fmla="val 12148494"/>
            </a:avLst>
          </a:prstGeom>
          <a:ln>
            <a:solidFill>
              <a:schemeClr val="accent2">
                <a:lumMod val="60000"/>
                <a:lumOff val="4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43" name="Table 42">
            <a:extLst>
              <a:ext uri="{FF2B5EF4-FFF2-40B4-BE49-F238E27FC236}">
                <a16:creationId xmlns:a16="http://schemas.microsoft.com/office/drawing/2014/main" id="{19BF7918-C512-A175-D88E-6CB2BE7AF6DE}"/>
              </a:ext>
            </a:extLst>
          </p:cNvPr>
          <p:cNvGraphicFramePr>
            <a:graphicFrameLocks noGrp="1"/>
          </p:cNvGraphicFramePr>
          <p:nvPr/>
        </p:nvGraphicFramePr>
        <p:xfrm>
          <a:off x="9589911" y="1248900"/>
          <a:ext cx="685332" cy="1295400"/>
        </p:xfrm>
        <a:graphic>
          <a:graphicData uri="http://schemas.openxmlformats.org/drawingml/2006/table">
            <a:tbl>
              <a:tblPr>
                <a:effectLst/>
                <a:tableStyleId>{5C22544A-7EE6-4342-B048-85BDC9FD1C3A}</a:tableStyleId>
              </a:tblPr>
              <a:tblGrid>
                <a:gridCol w="685332">
                  <a:extLst>
                    <a:ext uri="{9D8B030D-6E8A-4147-A177-3AD203B41FA5}">
                      <a16:colId xmlns:a16="http://schemas.microsoft.com/office/drawing/2014/main" val="1125551485"/>
                    </a:ext>
                  </a:extLst>
                </a:gridCol>
              </a:tblGrid>
              <a:tr h="182880"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It</a:t>
                      </a: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23596755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is</a:t>
                      </a: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3416003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a</a:t>
                      </a: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6570304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strong</a:t>
                      </a: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29994951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accept</a:t>
                      </a: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59578594"/>
                  </a:ext>
                </a:extLst>
              </a:tr>
            </a:tbl>
          </a:graphicData>
        </a:graphic>
      </p:graphicFrame>
      <p:sp>
        <p:nvSpPr>
          <p:cNvPr id="44" name="Right Arrow 43">
            <a:extLst>
              <a:ext uri="{FF2B5EF4-FFF2-40B4-BE49-F238E27FC236}">
                <a16:creationId xmlns:a16="http://schemas.microsoft.com/office/drawing/2014/main" id="{954B18B6-DEC3-3E09-1B1C-98675354F4E3}"/>
              </a:ext>
            </a:extLst>
          </p:cNvPr>
          <p:cNvSpPr/>
          <p:nvPr/>
        </p:nvSpPr>
        <p:spPr>
          <a:xfrm>
            <a:off x="8846340" y="1789040"/>
            <a:ext cx="330521" cy="230748"/>
          </a:xfrm>
          <a:prstGeom prst="rightArrow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9EF24A8B-8A95-A31F-ADA5-C416C269AB8D}"/>
              </a:ext>
            </a:extLst>
          </p:cNvPr>
          <p:cNvSpPr txBox="1"/>
          <p:nvPr/>
        </p:nvSpPr>
        <p:spPr>
          <a:xfrm>
            <a:off x="1867502" y="658411"/>
            <a:ext cx="832935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(a) Non-Monotonic Generation</a:t>
            </a:r>
          </a:p>
        </p:txBody>
      </p: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46FBF297-D5F6-57C6-DAFC-F8DA39731C54}"/>
              </a:ext>
            </a:extLst>
          </p:cNvPr>
          <p:cNvCxnSpPr>
            <a:cxnSpLocks/>
          </p:cNvCxnSpPr>
          <p:nvPr/>
        </p:nvCxnSpPr>
        <p:spPr>
          <a:xfrm>
            <a:off x="860346" y="3008668"/>
            <a:ext cx="10343663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prstDash val="dash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49" name="Group 48">
            <a:extLst>
              <a:ext uri="{FF2B5EF4-FFF2-40B4-BE49-F238E27FC236}">
                <a16:creationId xmlns:a16="http://schemas.microsoft.com/office/drawing/2014/main" id="{6149293C-A66C-8C48-2E6E-76293299BF81}"/>
              </a:ext>
            </a:extLst>
          </p:cNvPr>
          <p:cNvGrpSpPr/>
          <p:nvPr/>
        </p:nvGrpSpPr>
        <p:grpSpPr>
          <a:xfrm>
            <a:off x="1953491" y="3429000"/>
            <a:ext cx="644236" cy="348095"/>
            <a:chOff x="1953491" y="3429000"/>
            <a:chExt cx="644236" cy="348095"/>
          </a:xfrm>
        </p:grpSpPr>
        <p:sp>
          <p:nvSpPr>
            <p:cNvPr id="47" name="Rectangle 46">
              <a:extLst>
                <a:ext uri="{FF2B5EF4-FFF2-40B4-BE49-F238E27FC236}">
                  <a16:creationId xmlns:a16="http://schemas.microsoft.com/office/drawing/2014/main" id="{97325275-A83A-88C8-6BD0-C8EE28F78958}"/>
                </a:ext>
              </a:extLst>
            </p:cNvPr>
            <p:cNvSpPr/>
            <p:nvPr/>
          </p:nvSpPr>
          <p:spPr>
            <a:xfrm>
              <a:off x="1953491" y="3429000"/>
              <a:ext cx="644236" cy="348095"/>
            </a:xfrm>
            <a:prstGeom prst="rect">
              <a:avLst/>
            </a:prstGeom>
            <a:solidFill>
              <a:srgbClr val="A7CAED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effectLst>
                  <a:outerShdw blurRad="50800" dist="38100" algn="l" rotWithShape="0">
                    <a:prstClr val="black">
                      <a:alpha val="40000"/>
                    </a:prstClr>
                  </a:outerShdw>
                </a:effectLst>
              </a:endParaRPr>
            </a:p>
          </p:txBody>
        </p:sp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846DDD80-E001-221C-D686-238200B54D65}"/>
                </a:ext>
              </a:extLst>
            </p:cNvPr>
            <p:cNvSpPr txBox="1"/>
            <p:nvPr/>
          </p:nvSpPr>
          <p:spPr>
            <a:xfrm>
              <a:off x="1953491" y="3449158"/>
              <a:ext cx="644236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>
                  <a:solidFill>
                    <a:schemeClr val="bg1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It</a:t>
              </a:r>
            </a:p>
          </p:txBody>
        </p:sp>
      </p:grpSp>
      <p:grpSp>
        <p:nvGrpSpPr>
          <p:cNvPr id="50" name="Group 49">
            <a:extLst>
              <a:ext uri="{FF2B5EF4-FFF2-40B4-BE49-F238E27FC236}">
                <a16:creationId xmlns:a16="http://schemas.microsoft.com/office/drawing/2014/main" id="{EAEE0E4A-AB9D-9181-232E-7662F7467D6D}"/>
              </a:ext>
            </a:extLst>
          </p:cNvPr>
          <p:cNvGrpSpPr/>
          <p:nvPr/>
        </p:nvGrpSpPr>
        <p:grpSpPr>
          <a:xfrm>
            <a:off x="2948050" y="3429000"/>
            <a:ext cx="640080" cy="348095"/>
            <a:chOff x="1953490" y="3429000"/>
            <a:chExt cx="640080" cy="348095"/>
          </a:xfrm>
        </p:grpSpPr>
        <p:sp>
          <p:nvSpPr>
            <p:cNvPr id="51" name="Rectangle 50">
              <a:extLst>
                <a:ext uri="{FF2B5EF4-FFF2-40B4-BE49-F238E27FC236}">
                  <a16:creationId xmlns:a16="http://schemas.microsoft.com/office/drawing/2014/main" id="{3C130890-B37C-086B-7B1F-1ED34D34E36B}"/>
                </a:ext>
              </a:extLst>
            </p:cNvPr>
            <p:cNvSpPr/>
            <p:nvPr/>
          </p:nvSpPr>
          <p:spPr>
            <a:xfrm>
              <a:off x="1953490" y="3429000"/>
              <a:ext cx="640080" cy="348095"/>
            </a:xfrm>
            <a:prstGeom prst="rect">
              <a:avLst/>
            </a:prstGeom>
            <a:solidFill>
              <a:srgbClr val="A7CAED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effectLst>
                  <a:outerShdw blurRad="50800" dist="38100" algn="l" rotWithShape="0">
                    <a:prstClr val="black">
                      <a:alpha val="40000"/>
                    </a:prstClr>
                  </a:outerShdw>
                </a:effectLst>
              </a:endParaRPr>
            </a:p>
          </p:txBody>
        </p:sp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D209F7DD-ADAA-F70B-C5C2-FC8D715FD0FA}"/>
                </a:ext>
              </a:extLst>
            </p:cNvPr>
            <p:cNvSpPr txBox="1"/>
            <p:nvPr/>
          </p:nvSpPr>
          <p:spPr>
            <a:xfrm>
              <a:off x="1953491" y="3449158"/>
              <a:ext cx="640079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>
                  <a:solidFill>
                    <a:schemeClr val="bg1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is</a:t>
              </a:r>
            </a:p>
          </p:txBody>
        </p:sp>
      </p:grpSp>
      <p:grpSp>
        <p:nvGrpSpPr>
          <p:cNvPr id="53" name="Group 52">
            <a:extLst>
              <a:ext uri="{FF2B5EF4-FFF2-40B4-BE49-F238E27FC236}">
                <a16:creationId xmlns:a16="http://schemas.microsoft.com/office/drawing/2014/main" id="{834A86C5-C847-4AFF-8ECD-83A2ECCB9EC7}"/>
              </a:ext>
            </a:extLst>
          </p:cNvPr>
          <p:cNvGrpSpPr/>
          <p:nvPr/>
        </p:nvGrpSpPr>
        <p:grpSpPr>
          <a:xfrm>
            <a:off x="3946933" y="3429000"/>
            <a:ext cx="640080" cy="348095"/>
            <a:chOff x="1953490" y="3429000"/>
            <a:chExt cx="640080" cy="348095"/>
          </a:xfrm>
        </p:grpSpPr>
        <p:sp>
          <p:nvSpPr>
            <p:cNvPr id="54" name="Rectangle 53">
              <a:extLst>
                <a:ext uri="{FF2B5EF4-FFF2-40B4-BE49-F238E27FC236}">
                  <a16:creationId xmlns:a16="http://schemas.microsoft.com/office/drawing/2014/main" id="{7B94893A-C566-C7E1-AF81-B4BA5CD10D32}"/>
                </a:ext>
              </a:extLst>
            </p:cNvPr>
            <p:cNvSpPr/>
            <p:nvPr/>
          </p:nvSpPr>
          <p:spPr>
            <a:xfrm>
              <a:off x="1953490" y="3429000"/>
              <a:ext cx="640080" cy="348095"/>
            </a:xfrm>
            <a:prstGeom prst="rect">
              <a:avLst/>
            </a:prstGeom>
            <a:solidFill>
              <a:srgbClr val="A7CAED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effectLst>
                  <a:outerShdw blurRad="50800" dist="38100" algn="l" rotWithShape="0">
                    <a:prstClr val="black">
                      <a:alpha val="40000"/>
                    </a:prstClr>
                  </a:outerShdw>
                </a:effectLst>
              </a:endParaRPr>
            </a:p>
          </p:txBody>
        </p:sp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41899228-9AE4-E971-378D-4BD2744124F6}"/>
                </a:ext>
              </a:extLst>
            </p:cNvPr>
            <p:cNvSpPr txBox="1"/>
            <p:nvPr/>
          </p:nvSpPr>
          <p:spPr>
            <a:xfrm>
              <a:off x="1953491" y="3449158"/>
              <a:ext cx="640079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>
                  <a:solidFill>
                    <a:schemeClr val="bg1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a</a:t>
              </a:r>
            </a:p>
          </p:txBody>
        </p:sp>
      </p:grpSp>
      <p:grpSp>
        <p:nvGrpSpPr>
          <p:cNvPr id="62" name="Group 61">
            <a:extLst>
              <a:ext uri="{FF2B5EF4-FFF2-40B4-BE49-F238E27FC236}">
                <a16:creationId xmlns:a16="http://schemas.microsoft.com/office/drawing/2014/main" id="{2135B62F-0934-7116-ED81-0F9658A71B32}"/>
              </a:ext>
            </a:extLst>
          </p:cNvPr>
          <p:cNvGrpSpPr/>
          <p:nvPr/>
        </p:nvGrpSpPr>
        <p:grpSpPr>
          <a:xfrm>
            <a:off x="5930512" y="3429000"/>
            <a:ext cx="820763" cy="348095"/>
            <a:chOff x="1868169" y="3429000"/>
            <a:chExt cx="820763" cy="348095"/>
          </a:xfrm>
        </p:grpSpPr>
        <p:sp>
          <p:nvSpPr>
            <p:cNvPr id="63" name="Rectangle 62">
              <a:extLst>
                <a:ext uri="{FF2B5EF4-FFF2-40B4-BE49-F238E27FC236}">
                  <a16:creationId xmlns:a16="http://schemas.microsoft.com/office/drawing/2014/main" id="{A1EDD72D-A128-EC5D-64E8-B89F7FA652C1}"/>
                </a:ext>
              </a:extLst>
            </p:cNvPr>
            <p:cNvSpPr/>
            <p:nvPr/>
          </p:nvSpPr>
          <p:spPr>
            <a:xfrm>
              <a:off x="1953490" y="3429000"/>
              <a:ext cx="640080" cy="348095"/>
            </a:xfrm>
            <a:prstGeom prst="rect">
              <a:avLst/>
            </a:prstGeom>
            <a:solidFill>
              <a:srgbClr val="F6C6AD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effectLst>
                  <a:outerShdw blurRad="50800" dist="38100" algn="l" rotWithShape="0">
                    <a:prstClr val="black">
                      <a:alpha val="40000"/>
                    </a:prstClr>
                  </a:outerShdw>
                </a:effectLst>
              </a:endParaRPr>
            </a:p>
          </p:txBody>
        </p:sp>
        <p:sp>
          <p:nvSpPr>
            <p:cNvPr id="64" name="TextBox 63">
              <a:extLst>
                <a:ext uri="{FF2B5EF4-FFF2-40B4-BE49-F238E27FC236}">
                  <a16:creationId xmlns:a16="http://schemas.microsoft.com/office/drawing/2014/main" id="{390314F2-5C2F-CFA9-3723-8A419611F926}"/>
                </a:ext>
              </a:extLst>
            </p:cNvPr>
            <p:cNvSpPr txBox="1"/>
            <p:nvPr/>
          </p:nvSpPr>
          <p:spPr>
            <a:xfrm>
              <a:off x="1868169" y="3449158"/>
              <a:ext cx="820763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>
                  <a:solidFill>
                    <a:schemeClr val="bg1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&lt;UNDO&gt;</a:t>
              </a:r>
            </a:p>
          </p:txBody>
        </p:sp>
      </p:grpSp>
      <p:grpSp>
        <p:nvGrpSpPr>
          <p:cNvPr id="71" name="Group 70">
            <a:extLst>
              <a:ext uri="{FF2B5EF4-FFF2-40B4-BE49-F238E27FC236}">
                <a16:creationId xmlns:a16="http://schemas.microsoft.com/office/drawing/2014/main" id="{51874944-A36A-A418-6FC8-2FEE5EC34B6C}"/>
              </a:ext>
            </a:extLst>
          </p:cNvPr>
          <p:cNvGrpSpPr/>
          <p:nvPr/>
        </p:nvGrpSpPr>
        <p:grpSpPr>
          <a:xfrm>
            <a:off x="4965257" y="4099835"/>
            <a:ext cx="819554" cy="348095"/>
            <a:chOff x="1870366" y="3429000"/>
            <a:chExt cx="819554" cy="348095"/>
          </a:xfrm>
        </p:grpSpPr>
        <p:sp>
          <p:nvSpPr>
            <p:cNvPr id="72" name="Rectangle 71">
              <a:extLst>
                <a:ext uri="{FF2B5EF4-FFF2-40B4-BE49-F238E27FC236}">
                  <a16:creationId xmlns:a16="http://schemas.microsoft.com/office/drawing/2014/main" id="{606B6078-85A7-F073-F50F-8CC98D46BAA4}"/>
                </a:ext>
              </a:extLst>
            </p:cNvPr>
            <p:cNvSpPr/>
            <p:nvPr/>
          </p:nvSpPr>
          <p:spPr>
            <a:xfrm>
              <a:off x="1953490" y="3429000"/>
              <a:ext cx="640080" cy="348095"/>
            </a:xfrm>
            <a:prstGeom prst="rect">
              <a:avLst/>
            </a:prstGeom>
            <a:solidFill>
              <a:srgbClr val="A7CAED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effectLst>
                  <a:outerShdw blurRad="50800" dist="38100" algn="l" rotWithShape="0">
                    <a:prstClr val="black">
                      <a:alpha val="40000"/>
                    </a:prstClr>
                  </a:outerShdw>
                </a:effectLst>
              </a:endParaRPr>
            </a:p>
          </p:txBody>
        </p:sp>
        <p:sp>
          <p:nvSpPr>
            <p:cNvPr id="73" name="TextBox 72">
              <a:extLst>
                <a:ext uri="{FF2B5EF4-FFF2-40B4-BE49-F238E27FC236}">
                  <a16:creationId xmlns:a16="http://schemas.microsoft.com/office/drawing/2014/main" id="{CE42D01D-5594-429F-8D3C-02C4B81D0EEA}"/>
                </a:ext>
              </a:extLst>
            </p:cNvPr>
            <p:cNvSpPr txBox="1"/>
            <p:nvPr/>
          </p:nvSpPr>
          <p:spPr>
            <a:xfrm>
              <a:off x="1870366" y="3449158"/>
              <a:ext cx="819554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>
                  <a:solidFill>
                    <a:schemeClr val="bg1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strong</a:t>
              </a:r>
            </a:p>
          </p:txBody>
        </p:sp>
      </p:grpSp>
      <p:grpSp>
        <p:nvGrpSpPr>
          <p:cNvPr id="74" name="Group 73">
            <a:extLst>
              <a:ext uri="{FF2B5EF4-FFF2-40B4-BE49-F238E27FC236}">
                <a16:creationId xmlns:a16="http://schemas.microsoft.com/office/drawing/2014/main" id="{CEBB815F-B3B1-5437-5D21-800DB8F49D39}"/>
              </a:ext>
            </a:extLst>
          </p:cNvPr>
          <p:cNvGrpSpPr/>
          <p:nvPr/>
        </p:nvGrpSpPr>
        <p:grpSpPr>
          <a:xfrm>
            <a:off x="5930512" y="4099835"/>
            <a:ext cx="836419" cy="348095"/>
            <a:chOff x="1859976" y="3429000"/>
            <a:chExt cx="836419" cy="348095"/>
          </a:xfrm>
        </p:grpSpPr>
        <p:sp>
          <p:nvSpPr>
            <p:cNvPr id="75" name="Rectangle 74">
              <a:extLst>
                <a:ext uri="{FF2B5EF4-FFF2-40B4-BE49-F238E27FC236}">
                  <a16:creationId xmlns:a16="http://schemas.microsoft.com/office/drawing/2014/main" id="{69B74C7A-5413-583E-2F4F-3F9FF07D6B59}"/>
                </a:ext>
              </a:extLst>
            </p:cNvPr>
            <p:cNvSpPr/>
            <p:nvPr/>
          </p:nvSpPr>
          <p:spPr>
            <a:xfrm>
              <a:off x="1953490" y="3429000"/>
              <a:ext cx="640080" cy="348095"/>
            </a:xfrm>
            <a:prstGeom prst="rect">
              <a:avLst/>
            </a:prstGeom>
            <a:solidFill>
              <a:srgbClr val="A7CAED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effectLst>
                  <a:outerShdw blurRad="50800" dist="38100" algn="l" rotWithShape="0">
                    <a:prstClr val="black">
                      <a:alpha val="40000"/>
                    </a:prstClr>
                  </a:outerShdw>
                </a:effectLst>
              </a:endParaRPr>
            </a:p>
          </p:txBody>
        </p:sp>
        <p:sp>
          <p:nvSpPr>
            <p:cNvPr id="76" name="TextBox 75">
              <a:extLst>
                <a:ext uri="{FF2B5EF4-FFF2-40B4-BE49-F238E27FC236}">
                  <a16:creationId xmlns:a16="http://schemas.microsoft.com/office/drawing/2014/main" id="{31701D60-C994-130B-6BD1-261477A35CC4}"/>
                </a:ext>
              </a:extLst>
            </p:cNvPr>
            <p:cNvSpPr txBox="1"/>
            <p:nvPr/>
          </p:nvSpPr>
          <p:spPr>
            <a:xfrm>
              <a:off x="1859976" y="3449158"/>
              <a:ext cx="836419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>
                  <a:solidFill>
                    <a:schemeClr val="bg1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accept</a:t>
              </a:r>
            </a:p>
          </p:txBody>
        </p:sp>
      </p:grpSp>
      <p:cxnSp>
        <p:nvCxnSpPr>
          <p:cNvPr id="77" name="Straight Arrow Connector 76">
            <a:extLst>
              <a:ext uri="{FF2B5EF4-FFF2-40B4-BE49-F238E27FC236}">
                <a16:creationId xmlns:a16="http://schemas.microsoft.com/office/drawing/2014/main" id="{DD7B3CF7-89D3-09AC-8FD7-3A0BCAAFDF72}"/>
              </a:ext>
            </a:extLst>
          </p:cNvPr>
          <p:cNvCxnSpPr>
            <a:cxnSpLocks/>
            <a:stCxn id="47" idx="3"/>
            <a:endCxn id="52" idx="1"/>
          </p:cNvCxnSpPr>
          <p:nvPr/>
        </p:nvCxnSpPr>
        <p:spPr>
          <a:xfrm flipV="1">
            <a:off x="2597727" y="3603047"/>
            <a:ext cx="350324" cy="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0" name="Straight Arrow Connector 79">
            <a:extLst>
              <a:ext uri="{FF2B5EF4-FFF2-40B4-BE49-F238E27FC236}">
                <a16:creationId xmlns:a16="http://schemas.microsoft.com/office/drawing/2014/main" id="{D7677B25-3B04-E005-5DA1-3FF19EE292ED}"/>
              </a:ext>
            </a:extLst>
          </p:cNvPr>
          <p:cNvCxnSpPr>
            <a:cxnSpLocks/>
            <a:stCxn id="52" idx="3"/>
            <a:endCxn id="55" idx="1"/>
          </p:cNvCxnSpPr>
          <p:nvPr/>
        </p:nvCxnSpPr>
        <p:spPr>
          <a:xfrm>
            <a:off x="3588130" y="3603047"/>
            <a:ext cx="358804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3" name="Straight Arrow Connector 82">
            <a:extLst>
              <a:ext uri="{FF2B5EF4-FFF2-40B4-BE49-F238E27FC236}">
                <a16:creationId xmlns:a16="http://schemas.microsoft.com/office/drawing/2014/main" id="{C6220AC9-39A9-A1FE-6B26-14DE9EABFDF3}"/>
              </a:ext>
            </a:extLst>
          </p:cNvPr>
          <p:cNvCxnSpPr>
            <a:cxnSpLocks/>
            <a:stCxn id="55" idx="3"/>
            <a:endCxn id="60" idx="1"/>
          </p:cNvCxnSpPr>
          <p:nvPr/>
        </p:nvCxnSpPr>
        <p:spPr>
          <a:xfrm>
            <a:off x="4587013" y="3603047"/>
            <a:ext cx="435393" cy="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8" name="Curved Connector 87">
            <a:extLst>
              <a:ext uri="{FF2B5EF4-FFF2-40B4-BE49-F238E27FC236}">
                <a16:creationId xmlns:a16="http://schemas.microsoft.com/office/drawing/2014/main" id="{5CCE2A5D-635C-637E-B4DB-57682536848C}"/>
              </a:ext>
            </a:extLst>
          </p:cNvPr>
          <p:cNvCxnSpPr>
            <a:cxnSpLocks/>
            <a:stCxn id="64" idx="0"/>
            <a:endCxn id="55" idx="0"/>
          </p:cNvCxnSpPr>
          <p:nvPr/>
        </p:nvCxnSpPr>
        <p:spPr>
          <a:xfrm rot="16200000" flipV="1">
            <a:off x="5303934" y="2412198"/>
            <a:ext cx="12700" cy="2073920"/>
          </a:xfrm>
          <a:prstGeom prst="curvedConnector3">
            <a:avLst>
              <a:gd name="adj1" fmla="val 3109087"/>
            </a:avLst>
          </a:prstGeom>
          <a:ln>
            <a:solidFill>
              <a:srgbClr val="F6C6AD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Curved Connector 98">
            <a:extLst>
              <a:ext uri="{FF2B5EF4-FFF2-40B4-BE49-F238E27FC236}">
                <a16:creationId xmlns:a16="http://schemas.microsoft.com/office/drawing/2014/main" id="{E2AFCE25-0040-461A-3D32-12DD55B5753D}"/>
              </a:ext>
            </a:extLst>
          </p:cNvPr>
          <p:cNvCxnSpPr>
            <a:cxnSpLocks/>
            <a:stCxn id="54" idx="2"/>
            <a:endCxn id="72" idx="1"/>
          </p:cNvCxnSpPr>
          <p:nvPr/>
        </p:nvCxnSpPr>
        <p:spPr>
          <a:xfrm rot="16200000" flipH="1">
            <a:off x="4409283" y="3634785"/>
            <a:ext cx="496788" cy="781408"/>
          </a:xfrm>
          <a:prstGeom prst="curvedConnector2">
            <a:avLst/>
          </a:prstGeom>
          <a:ln>
            <a:solidFill>
              <a:srgbClr val="F6C6AD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" name="Straight Arrow Connector 103">
            <a:extLst>
              <a:ext uri="{FF2B5EF4-FFF2-40B4-BE49-F238E27FC236}">
                <a16:creationId xmlns:a16="http://schemas.microsoft.com/office/drawing/2014/main" id="{4732F8D6-DEA6-A16F-3F37-9409D6466DB0}"/>
              </a:ext>
            </a:extLst>
          </p:cNvPr>
          <p:cNvCxnSpPr>
            <a:cxnSpLocks/>
            <a:stCxn id="60" idx="3"/>
            <a:endCxn id="63" idx="1"/>
          </p:cNvCxnSpPr>
          <p:nvPr/>
        </p:nvCxnSpPr>
        <p:spPr>
          <a:xfrm>
            <a:off x="5662486" y="3603048"/>
            <a:ext cx="353347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10" name="Rounded Rectangle 109">
            <a:extLst>
              <a:ext uri="{FF2B5EF4-FFF2-40B4-BE49-F238E27FC236}">
                <a16:creationId xmlns:a16="http://schemas.microsoft.com/office/drawing/2014/main" id="{FDC7AA44-08CD-55EE-81B4-02E9B704479D}"/>
              </a:ext>
            </a:extLst>
          </p:cNvPr>
          <p:cNvSpPr/>
          <p:nvPr/>
        </p:nvSpPr>
        <p:spPr>
          <a:xfrm>
            <a:off x="414233" y="4119993"/>
            <a:ext cx="2532107" cy="2536127"/>
          </a:xfrm>
          <a:prstGeom prst="roundRect">
            <a:avLst>
              <a:gd name="adj" fmla="val 7862"/>
            </a:avLst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1" name="TextBox 110">
            <a:extLst>
              <a:ext uri="{FF2B5EF4-FFF2-40B4-BE49-F238E27FC236}">
                <a16:creationId xmlns:a16="http://schemas.microsoft.com/office/drawing/2014/main" id="{A49199B3-B500-5E01-30FD-93E3EF0F6962}"/>
              </a:ext>
            </a:extLst>
          </p:cNvPr>
          <p:cNvSpPr txBox="1"/>
          <p:nvPr/>
        </p:nvSpPr>
        <p:spPr>
          <a:xfrm>
            <a:off x="414232" y="4209948"/>
            <a:ext cx="253210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(b.2) Masked SFT</a:t>
            </a:r>
          </a:p>
        </p:txBody>
      </p:sp>
      <p:sp>
        <p:nvSpPr>
          <p:cNvPr id="176" name="Rectangle 175">
            <a:extLst>
              <a:ext uri="{FF2B5EF4-FFF2-40B4-BE49-F238E27FC236}">
                <a16:creationId xmlns:a16="http://schemas.microsoft.com/office/drawing/2014/main" id="{2ED5576E-E684-5086-F3D9-48F568828686}"/>
              </a:ext>
            </a:extLst>
          </p:cNvPr>
          <p:cNvSpPr/>
          <p:nvPr/>
        </p:nvSpPr>
        <p:spPr>
          <a:xfrm>
            <a:off x="610951" y="4669310"/>
            <a:ext cx="273722" cy="274320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7" name="Rectangle 176">
            <a:extLst>
              <a:ext uri="{FF2B5EF4-FFF2-40B4-BE49-F238E27FC236}">
                <a16:creationId xmlns:a16="http://schemas.microsoft.com/office/drawing/2014/main" id="{E007EC7C-3454-3739-DAA8-4FBC380600B0}"/>
              </a:ext>
            </a:extLst>
          </p:cNvPr>
          <p:cNvSpPr/>
          <p:nvPr/>
        </p:nvSpPr>
        <p:spPr>
          <a:xfrm>
            <a:off x="887591" y="4669310"/>
            <a:ext cx="273722" cy="274320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8" name="Rectangle 177">
            <a:extLst>
              <a:ext uri="{FF2B5EF4-FFF2-40B4-BE49-F238E27FC236}">
                <a16:creationId xmlns:a16="http://schemas.microsoft.com/office/drawing/2014/main" id="{848514AC-D926-0E8A-79AA-27B9D660D123}"/>
              </a:ext>
            </a:extLst>
          </p:cNvPr>
          <p:cNvSpPr/>
          <p:nvPr/>
        </p:nvSpPr>
        <p:spPr>
          <a:xfrm>
            <a:off x="1161313" y="4669310"/>
            <a:ext cx="273722" cy="274320"/>
          </a:xfrm>
          <a:prstGeom prst="rect">
            <a:avLst/>
          </a:prstGeom>
          <a:solidFill>
            <a:srgbClr val="FF7E79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9" name="Rectangle 178">
            <a:extLst>
              <a:ext uri="{FF2B5EF4-FFF2-40B4-BE49-F238E27FC236}">
                <a16:creationId xmlns:a16="http://schemas.microsoft.com/office/drawing/2014/main" id="{196F954D-14AE-6452-E0FD-2D2233458B29}"/>
              </a:ext>
            </a:extLst>
          </p:cNvPr>
          <p:cNvSpPr/>
          <p:nvPr/>
        </p:nvSpPr>
        <p:spPr>
          <a:xfrm>
            <a:off x="1979980" y="4665889"/>
            <a:ext cx="273722" cy="27432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0" name="Rectangle 179">
            <a:extLst>
              <a:ext uri="{FF2B5EF4-FFF2-40B4-BE49-F238E27FC236}">
                <a16:creationId xmlns:a16="http://schemas.microsoft.com/office/drawing/2014/main" id="{CD05123E-DDA1-69C2-1276-F851647F3A05}"/>
              </a:ext>
            </a:extLst>
          </p:cNvPr>
          <p:cNvSpPr/>
          <p:nvPr/>
        </p:nvSpPr>
        <p:spPr>
          <a:xfrm>
            <a:off x="2255162" y="4665889"/>
            <a:ext cx="273722" cy="274320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1" name="Rectangle 180">
            <a:extLst>
              <a:ext uri="{FF2B5EF4-FFF2-40B4-BE49-F238E27FC236}">
                <a16:creationId xmlns:a16="http://schemas.microsoft.com/office/drawing/2014/main" id="{BF26F4AE-D783-FE49-C3F8-F1C8D2E739D0}"/>
              </a:ext>
            </a:extLst>
          </p:cNvPr>
          <p:cNvSpPr/>
          <p:nvPr/>
        </p:nvSpPr>
        <p:spPr>
          <a:xfrm>
            <a:off x="2528884" y="4665889"/>
            <a:ext cx="273722" cy="274320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5" name="Rectangle 184">
            <a:extLst>
              <a:ext uri="{FF2B5EF4-FFF2-40B4-BE49-F238E27FC236}">
                <a16:creationId xmlns:a16="http://schemas.microsoft.com/office/drawing/2014/main" id="{8A4FF279-D30D-83FC-AFD0-2B70A66F3AEC}"/>
              </a:ext>
            </a:extLst>
          </p:cNvPr>
          <p:cNvSpPr/>
          <p:nvPr/>
        </p:nvSpPr>
        <p:spPr>
          <a:xfrm>
            <a:off x="1434656" y="4665889"/>
            <a:ext cx="273722" cy="274320"/>
          </a:xfrm>
          <a:prstGeom prst="rect">
            <a:avLst/>
          </a:prstGeom>
          <a:solidFill>
            <a:srgbClr val="FF7E79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6" name="Rectangle 185">
            <a:extLst>
              <a:ext uri="{FF2B5EF4-FFF2-40B4-BE49-F238E27FC236}">
                <a16:creationId xmlns:a16="http://schemas.microsoft.com/office/drawing/2014/main" id="{A4600C20-CEE9-7574-08E9-36D8629060CB}"/>
              </a:ext>
            </a:extLst>
          </p:cNvPr>
          <p:cNvSpPr/>
          <p:nvPr/>
        </p:nvSpPr>
        <p:spPr>
          <a:xfrm>
            <a:off x="1705227" y="4661889"/>
            <a:ext cx="273722" cy="27432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04" name="Group 203">
            <a:extLst>
              <a:ext uri="{FF2B5EF4-FFF2-40B4-BE49-F238E27FC236}">
                <a16:creationId xmlns:a16="http://schemas.microsoft.com/office/drawing/2014/main" id="{EA6A152A-FA24-37B0-11CA-66E1E2F8843C}"/>
              </a:ext>
            </a:extLst>
          </p:cNvPr>
          <p:cNvGrpSpPr/>
          <p:nvPr/>
        </p:nvGrpSpPr>
        <p:grpSpPr>
          <a:xfrm>
            <a:off x="610951" y="5366792"/>
            <a:ext cx="2191655" cy="281741"/>
            <a:chOff x="610951" y="5366792"/>
            <a:chExt cx="2191655" cy="281741"/>
          </a:xfrm>
        </p:grpSpPr>
        <p:sp>
          <p:nvSpPr>
            <p:cNvPr id="195" name="Rectangle 194">
              <a:extLst>
                <a:ext uri="{FF2B5EF4-FFF2-40B4-BE49-F238E27FC236}">
                  <a16:creationId xmlns:a16="http://schemas.microsoft.com/office/drawing/2014/main" id="{2C56A983-4219-29EB-4E79-31ED9805C34C}"/>
                </a:ext>
              </a:extLst>
            </p:cNvPr>
            <p:cNvSpPr/>
            <p:nvPr/>
          </p:nvSpPr>
          <p:spPr>
            <a:xfrm>
              <a:off x="610951" y="5374213"/>
              <a:ext cx="273722" cy="274320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6" name="Rectangle 195">
              <a:extLst>
                <a:ext uri="{FF2B5EF4-FFF2-40B4-BE49-F238E27FC236}">
                  <a16:creationId xmlns:a16="http://schemas.microsoft.com/office/drawing/2014/main" id="{9D56CBF2-3E83-69C0-4022-6E7562A7A90F}"/>
                </a:ext>
              </a:extLst>
            </p:cNvPr>
            <p:cNvSpPr/>
            <p:nvPr/>
          </p:nvSpPr>
          <p:spPr>
            <a:xfrm>
              <a:off x="887591" y="5374213"/>
              <a:ext cx="273722" cy="274320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7" name="Rectangle 196">
              <a:extLst>
                <a:ext uri="{FF2B5EF4-FFF2-40B4-BE49-F238E27FC236}">
                  <a16:creationId xmlns:a16="http://schemas.microsoft.com/office/drawing/2014/main" id="{9D3DEF62-A3D4-B301-B0E2-18C6EE06DAD6}"/>
                </a:ext>
              </a:extLst>
            </p:cNvPr>
            <p:cNvSpPr/>
            <p:nvPr/>
          </p:nvSpPr>
          <p:spPr>
            <a:xfrm>
              <a:off x="1161313" y="5374213"/>
              <a:ext cx="273722" cy="274320"/>
            </a:xfrm>
            <a:prstGeom prst="rect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8" name="Rectangle 197">
              <a:extLst>
                <a:ext uri="{FF2B5EF4-FFF2-40B4-BE49-F238E27FC236}">
                  <a16:creationId xmlns:a16="http://schemas.microsoft.com/office/drawing/2014/main" id="{A8FC6455-1D96-DAD3-C512-F34BCF8CA844}"/>
                </a:ext>
              </a:extLst>
            </p:cNvPr>
            <p:cNvSpPr/>
            <p:nvPr/>
          </p:nvSpPr>
          <p:spPr>
            <a:xfrm>
              <a:off x="1979980" y="5370792"/>
              <a:ext cx="273722" cy="274320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9" name="Rectangle 198">
              <a:extLst>
                <a:ext uri="{FF2B5EF4-FFF2-40B4-BE49-F238E27FC236}">
                  <a16:creationId xmlns:a16="http://schemas.microsoft.com/office/drawing/2014/main" id="{56FF5750-EC19-48D4-D123-B86B1697F544}"/>
                </a:ext>
              </a:extLst>
            </p:cNvPr>
            <p:cNvSpPr/>
            <p:nvPr/>
          </p:nvSpPr>
          <p:spPr>
            <a:xfrm>
              <a:off x="2255162" y="5370792"/>
              <a:ext cx="273722" cy="274320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0" name="Rectangle 199">
              <a:extLst>
                <a:ext uri="{FF2B5EF4-FFF2-40B4-BE49-F238E27FC236}">
                  <a16:creationId xmlns:a16="http://schemas.microsoft.com/office/drawing/2014/main" id="{DAA444C3-E8B8-B67E-541D-20CBE6BED02C}"/>
                </a:ext>
              </a:extLst>
            </p:cNvPr>
            <p:cNvSpPr/>
            <p:nvPr/>
          </p:nvSpPr>
          <p:spPr>
            <a:xfrm>
              <a:off x="2528884" y="5370792"/>
              <a:ext cx="273722" cy="274320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1" name="Rectangle 200">
              <a:extLst>
                <a:ext uri="{FF2B5EF4-FFF2-40B4-BE49-F238E27FC236}">
                  <a16:creationId xmlns:a16="http://schemas.microsoft.com/office/drawing/2014/main" id="{67741287-A85D-289C-0985-9CB9D12E7C71}"/>
                </a:ext>
              </a:extLst>
            </p:cNvPr>
            <p:cNvSpPr/>
            <p:nvPr/>
          </p:nvSpPr>
          <p:spPr>
            <a:xfrm>
              <a:off x="1434656" y="5370792"/>
              <a:ext cx="273722" cy="274320"/>
            </a:xfrm>
            <a:prstGeom prst="rect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2" name="Rectangle 201">
              <a:extLst>
                <a:ext uri="{FF2B5EF4-FFF2-40B4-BE49-F238E27FC236}">
                  <a16:creationId xmlns:a16="http://schemas.microsoft.com/office/drawing/2014/main" id="{90E10BA1-5D99-D2D9-1EC7-BEC8FA9FAB65}"/>
                </a:ext>
              </a:extLst>
            </p:cNvPr>
            <p:cNvSpPr/>
            <p:nvPr/>
          </p:nvSpPr>
          <p:spPr>
            <a:xfrm>
              <a:off x="1705227" y="5366792"/>
              <a:ext cx="273722" cy="274320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03" name="TextBox 202">
                <a:extLst>
                  <a:ext uri="{FF2B5EF4-FFF2-40B4-BE49-F238E27FC236}">
                    <a16:creationId xmlns:a16="http://schemas.microsoft.com/office/drawing/2014/main" id="{969DB47A-0671-94AF-7349-14E5E3B4E691}"/>
                  </a:ext>
                </a:extLst>
              </p:cNvPr>
              <p:cNvSpPr txBox="1"/>
              <p:nvPr/>
            </p:nvSpPr>
            <p:spPr>
              <a:xfrm>
                <a:off x="577411" y="5039816"/>
                <a:ext cx="1401538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400" dirty="0"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Mask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1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M</m:t>
                    </m:r>
                  </m:oMath>
                </a14:m>
                <a:r>
                  <a:rPr lang="en-US" sz="1400" dirty="0"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: </a:t>
                </a:r>
              </a:p>
            </p:txBody>
          </p:sp>
        </mc:Choice>
        <mc:Fallback xmlns="">
          <p:sp>
            <p:nvSpPr>
              <p:cNvPr id="203" name="TextBox 202">
                <a:extLst>
                  <a:ext uri="{FF2B5EF4-FFF2-40B4-BE49-F238E27FC236}">
                    <a16:creationId xmlns:a16="http://schemas.microsoft.com/office/drawing/2014/main" id="{969DB47A-0671-94AF-7349-14E5E3B4E69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7411" y="5039816"/>
                <a:ext cx="1401538" cy="307777"/>
              </a:xfrm>
              <a:prstGeom prst="rect">
                <a:avLst/>
              </a:prstGeom>
              <a:blipFill>
                <a:blip r:embed="rId2"/>
                <a:stretch>
                  <a:fillRect l="-901" b="-24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5" name="TextBox 204">
                <a:extLst>
                  <a:ext uri="{FF2B5EF4-FFF2-40B4-BE49-F238E27FC236}">
                    <a16:creationId xmlns:a16="http://schemas.microsoft.com/office/drawing/2014/main" id="{0B0C53F6-4E30-06FE-3F72-7B4A4B8AF9CE}"/>
                  </a:ext>
                </a:extLst>
              </p:cNvPr>
              <p:cNvSpPr txBox="1"/>
              <p:nvPr/>
            </p:nvSpPr>
            <p:spPr>
              <a:xfrm>
                <a:off x="1351413" y="6124732"/>
                <a:ext cx="657744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ℒ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𝑚</m:t>
                          </m:r>
                          <m:r>
                            <m:rPr>
                              <m:sty m:val="p"/>
                            </m:r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SFT</m:t>
                          </m:r>
                        </m:sub>
                      </m:sSub>
                    </m:oMath>
                  </m:oMathPara>
                </a14:m>
                <a:endParaRPr lang="en-US" b="0" dirty="0"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205" name="TextBox 204">
                <a:extLst>
                  <a:ext uri="{FF2B5EF4-FFF2-40B4-BE49-F238E27FC236}">
                    <a16:creationId xmlns:a16="http://schemas.microsoft.com/office/drawing/2014/main" id="{0B0C53F6-4E30-06FE-3F72-7B4A4B8AF9C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51413" y="6124732"/>
                <a:ext cx="657744" cy="276999"/>
              </a:xfrm>
              <a:prstGeom prst="rect">
                <a:avLst/>
              </a:prstGeom>
              <a:blipFill>
                <a:blip r:embed="rId3"/>
                <a:stretch>
                  <a:fillRect l="-7547" r="-3774" b="-130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07" name="Elbow Connector 206">
            <a:extLst>
              <a:ext uri="{FF2B5EF4-FFF2-40B4-BE49-F238E27FC236}">
                <a16:creationId xmlns:a16="http://schemas.microsoft.com/office/drawing/2014/main" id="{9AB8F8A2-3E33-9569-45F8-E0B8C94DFDD5}"/>
              </a:ext>
            </a:extLst>
          </p:cNvPr>
          <p:cNvCxnSpPr>
            <a:stCxn id="195" idx="2"/>
            <a:endCxn id="205" idx="0"/>
          </p:cNvCxnSpPr>
          <p:nvPr/>
        </p:nvCxnSpPr>
        <p:spPr>
          <a:xfrm rot="16200000" flipH="1">
            <a:off x="975949" y="5420395"/>
            <a:ext cx="476199" cy="932473"/>
          </a:xfrm>
          <a:prstGeom prst="bentConnector3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8" name="Elbow Connector 207">
            <a:extLst>
              <a:ext uri="{FF2B5EF4-FFF2-40B4-BE49-F238E27FC236}">
                <a16:creationId xmlns:a16="http://schemas.microsoft.com/office/drawing/2014/main" id="{0061698C-50B9-9196-CCCD-CB02D6F6985C}"/>
              </a:ext>
            </a:extLst>
          </p:cNvPr>
          <p:cNvCxnSpPr>
            <a:cxnSpLocks/>
            <a:stCxn id="196" idx="2"/>
            <a:endCxn id="205" idx="0"/>
          </p:cNvCxnSpPr>
          <p:nvPr/>
        </p:nvCxnSpPr>
        <p:spPr>
          <a:xfrm rot="16200000" flipH="1">
            <a:off x="1114269" y="5558715"/>
            <a:ext cx="476199" cy="655833"/>
          </a:xfrm>
          <a:prstGeom prst="bentConnector3">
            <a:avLst>
              <a:gd name="adj1" fmla="val 50000"/>
            </a:avLst>
          </a:prstGeom>
          <a:ln>
            <a:solidFill>
              <a:schemeClr val="tx1">
                <a:lumMod val="50000"/>
                <a:lumOff val="50000"/>
              </a:schemeClr>
            </a:solidFill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1" name="Elbow Connector 210">
            <a:extLst>
              <a:ext uri="{FF2B5EF4-FFF2-40B4-BE49-F238E27FC236}">
                <a16:creationId xmlns:a16="http://schemas.microsoft.com/office/drawing/2014/main" id="{8BFA9B70-08AF-109F-BA75-D4811B7A90C4}"/>
              </a:ext>
            </a:extLst>
          </p:cNvPr>
          <p:cNvCxnSpPr>
            <a:cxnSpLocks/>
            <a:stCxn id="202" idx="2"/>
          </p:cNvCxnSpPr>
          <p:nvPr/>
        </p:nvCxnSpPr>
        <p:spPr>
          <a:xfrm rot="5400000">
            <a:off x="1521376" y="5800022"/>
            <a:ext cx="479622" cy="161803"/>
          </a:xfrm>
          <a:prstGeom prst="bentConnector3">
            <a:avLst>
              <a:gd name="adj1" fmla="val 50438"/>
            </a:avLst>
          </a:prstGeom>
          <a:ln>
            <a:solidFill>
              <a:schemeClr val="tx1">
                <a:lumMod val="50000"/>
                <a:lumOff val="50000"/>
              </a:schemeClr>
            </a:solidFill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7" name="Elbow Connector 216">
            <a:extLst>
              <a:ext uri="{FF2B5EF4-FFF2-40B4-BE49-F238E27FC236}">
                <a16:creationId xmlns:a16="http://schemas.microsoft.com/office/drawing/2014/main" id="{C258B7DF-4D50-BBCC-4140-D5A46A9629FB}"/>
              </a:ext>
            </a:extLst>
          </p:cNvPr>
          <p:cNvCxnSpPr>
            <a:cxnSpLocks/>
            <a:stCxn id="198" idx="2"/>
            <a:endCxn id="205" idx="0"/>
          </p:cNvCxnSpPr>
          <p:nvPr/>
        </p:nvCxnSpPr>
        <p:spPr>
          <a:xfrm rot="5400000">
            <a:off x="1658753" y="5666644"/>
            <a:ext cx="479620" cy="436556"/>
          </a:xfrm>
          <a:prstGeom prst="bentConnector3">
            <a:avLst>
              <a:gd name="adj1" fmla="val 49811"/>
            </a:avLst>
          </a:prstGeom>
          <a:ln>
            <a:solidFill>
              <a:schemeClr val="tx1">
                <a:lumMod val="50000"/>
                <a:lumOff val="50000"/>
              </a:schemeClr>
            </a:solidFill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0" name="Elbow Connector 219">
            <a:extLst>
              <a:ext uri="{FF2B5EF4-FFF2-40B4-BE49-F238E27FC236}">
                <a16:creationId xmlns:a16="http://schemas.microsoft.com/office/drawing/2014/main" id="{95A8C759-CC0E-A165-F934-4E6970D16916}"/>
              </a:ext>
            </a:extLst>
          </p:cNvPr>
          <p:cNvCxnSpPr>
            <a:cxnSpLocks/>
            <a:stCxn id="199" idx="2"/>
            <a:endCxn id="205" idx="0"/>
          </p:cNvCxnSpPr>
          <p:nvPr/>
        </p:nvCxnSpPr>
        <p:spPr>
          <a:xfrm rot="5400000">
            <a:off x="1796344" y="5529053"/>
            <a:ext cx="479620" cy="711738"/>
          </a:xfrm>
          <a:prstGeom prst="bentConnector3">
            <a:avLst>
              <a:gd name="adj1" fmla="val 50561"/>
            </a:avLst>
          </a:prstGeom>
          <a:ln>
            <a:solidFill>
              <a:schemeClr val="tx1">
                <a:lumMod val="50000"/>
                <a:lumOff val="50000"/>
              </a:schemeClr>
            </a:solidFill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3" name="Elbow Connector 222">
            <a:extLst>
              <a:ext uri="{FF2B5EF4-FFF2-40B4-BE49-F238E27FC236}">
                <a16:creationId xmlns:a16="http://schemas.microsoft.com/office/drawing/2014/main" id="{D0C975BD-5A30-202C-898B-8E6BC7FA6C48}"/>
              </a:ext>
            </a:extLst>
          </p:cNvPr>
          <p:cNvCxnSpPr>
            <a:cxnSpLocks/>
            <a:stCxn id="200" idx="2"/>
            <a:endCxn id="205" idx="0"/>
          </p:cNvCxnSpPr>
          <p:nvPr/>
        </p:nvCxnSpPr>
        <p:spPr>
          <a:xfrm rot="5400000">
            <a:off x="1933205" y="5392192"/>
            <a:ext cx="479620" cy="985460"/>
          </a:xfrm>
          <a:prstGeom prst="bentConnector3">
            <a:avLst>
              <a:gd name="adj1" fmla="val 50421"/>
            </a:avLst>
          </a:prstGeom>
          <a:ln>
            <a:solidFill>
              <a:schemeClr val="tx1">
                <a:lumMod val="50000"/>
                <a:lumOff val="50000"/>
              </a:schemeClr>
            </a:solidFill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263" name="Group 262">
            <a:extLst>
              <a:ext uri="{FF2B5EF4-FFF2-40B4-BE49-F238E27FC236}">
                <a16:creationId xmlns:a16="http://schemas.microsoft.com/office/drawing/2014/main" id="{C414B6CA-A767-E01E-8307-272E9BF86B9C}"/>
              </a:ext>
            </a:extLst>
          </p:cNvPr>
          <p:cNvGrpSpPr/>
          <p:nvPr/>
        </p:nvGrpSpPr>
        <p:grpSpPr>
          <a:xfrm>
            <a:off x="7761084" y="3333843"/>
            <a:ext cx="2288769" cy="2534728"/>
            <a:chOff x="7761084" y="3333843"/>
            <a:chExt cx="2288769" cy="2534728"/>
          </a:xfrm>
        </p:grpSpPr>
        <p:sp>
          <p:nvSpPr>
            <p:cNvPr id="234" name="Rounded Rectangle 233">
              <a:extLst>
                <a:ext uri="{FF2B5EF4-FFF2-40B4-BE49-F238E27FC236}">
                  <a16:creationId xmlns:a16="http://schemas.microsoft.com/office/drawing/2014/main" id="{3D64C490-0F86-9448-0B08-4E68D7F67072}"/>
                </a:ext>
              </a:extLst>
            </p:cNvPr>
            <p:cNvSpPr/>
            <p:nvPr/>
          </p:nvSpPr>
          <p:spPr>
            <a:xfrm>
              <a:off x="7761084" y="3333843"/>
              <a:ext cx="2288769" cy="2534728"/>
            </a:xfrm>
            <a:prstGeom prst="roundRect">
              <a:avLst>
                <a:gd name="adj" fmla="val 7862"/>
              </a:avLst>
            </a:prstGeom>
            <a:solidFill>
              <a:schemeClr val="bg1">
                <a:lumMod val="95000"/>
              </a:schemeClr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cxnSp>
          <p:nvCxnSpPr>
            <p:cNvPr id="250" name="Straight Arrow Connector 249">
              <a:extLst>
                <a:ext uri="{FF2B5EF4-FFF2-40B4-BE49-F238E27FC236}">
                  <a16:creationId xmlns:a16="http://schemas.microsoft.com/office/drawing/2014/main" id="{9AB61372-492E-14C4-77AD-156DF650CBCB}"/>
                </a:ext>
              </a:extLst>
            </p:cNvPr>
            <p:cNvCxnSpPr>
              <a:cxnSpLocks/>
              <a:stCxn id="241" idx="2"/>
            </p:cNvCxnSpPr>
            <p:nvPr/>
          </p:nvCxnSpPr>
          <p:spPr>
            <a:xfrm>
              <a:off x="8887755" y="4209949"/>
              <a:ext cx="0" cy="1167625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236" name="Rounded Rectangle 235">
              <a:extLst>
                <a:ext uri="{FF2B5EF4-FFF2-40B4-BE49-F238E27FC236}">
                  <a16:creationId xmlns:a16="http://schemas.microsoft.com/office/drawing/2014/main" id="{3AF78027-70A9-3BC3-6BD4-DB68E079B580}"/>
                </a:ext>
              </a:extLst>
            </p:cNvPr>
            <p:cNvSpPr/>
            <p:nvPr/>
          </p:nvSpPr>
          <p:spPr>
            <a:xfrm>
              <a:off x="7905708" y="4316055"/>
              <a:ext cx="1964094" cy="905733"/>
            </a:xfrm>
            <a:prstGeom prst="roundRect">
              <a:avLst>
                <a:gd name="adj" fmla="val 25496"/>
              </a:avLst>
            </a:prstGeom>
            <a:solidFill>
              <a:schemeClr val="accent2">
                <a:lumMod val="20000"/>
                <a:lumOff val="80000"/>
              </a:schemeClr>
            </a:solidFill>
            <a:ln w="12700"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grpSp>
          <p:nvGrpSpPr>
            <p:cNvPr id="257" name="Group 256">
              <a:extLst>
                <a:ext uri="{FF2B5EF4-FFF2-40B4-BE49-F238E27FC236}">
                  <a16:creationId xmlns:a16="http://schemas.microsoft.com/office/drawing/2014/main" id="{0F6C6B01-B6D0-C219-E21B-9C7DECB68F77}"/>
                </a:ext>
              </a:extLst>
            </p:cNvPr>
            <p:cNvGrpSpPr/>
            <p:nvPr/>
          </p:nvGrpSpPr>
          <p:grpSpPr>
            <a:xfrm>
              <a:off x="8242147" y="4383861"/>
              <a:ext cx="548640" cy="539084"/>
              <a:chOff x="8223486" y="4901909"/>
              <a:chExt cx="548640" cy="539084"/>
            </a:xfrm>
          </p:grpSpPr>
          <p:sp>
            <p:nvSpPr>
              <p:cNvPr id="238" name="Rounded Rectangle 237">
                <a:extLst>
                  <a:ext uri="{FF2B5EF4-FFF2-40B4-BE49-F238E27FC236}">
                    <a16:creationId xmlns:a16="http://schemas.microsoft.com/office/drawing/2014/main" id="{2F9B1F4C-82CE-6ED3-82E6-7A7B3D465D7A}"/>
                  </a:ext>
                </a:extLst>
              </p:cNvPr>
              <p:cNvSpPr/>
              <p:nvPr/>
            </p:nvSpPr>
            <p:spPr>
              <a:xfrm>
                <a:off x="8223486" y="4901909"/>
                <a:ext cx="548640" cy="338554"/>
              </a:xfrm>
              <a:prstGeom prst="roundRect">
                <a:avLst>
                  <a:gd name="adj" fmla="val 50000"/>
                </a:avLst>
              </a:prstGeom>
              <a:solidFill>
                <a:schemeClr val="accent2">
                  <a:lumMod val="20000"/>
                  <a:lumOff val="80000"/>
                </a:schemeClr>
              </a:solidFill>
              <a:ln w="19050">
                <a:solidFill>
                  <a:schemeClr val="accent2">
                    <a:lumMod val="60000"/>
                    <a:lumOff val="40000"/>
                  </a:schemeClr>
                </a:solidFill>
                <a:prstDash val="sysDash"/>
              </a:ln>
              <a:effectLst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40" name="TextBox 239">
                    <a:extLst>
                      <a:ext uri="{FF2B5EF4-FFF2-40B4-BE49-F238E27FC236}">
                        <a16:creationId xmlns:a16="http://schemas.microsoft.com/office/drawing/2014/main" id="{24217339-A8DA-F722-6F39-D2A9D1CCCCD6}"/>
                      </a:ext>
                    </a:extLst>
                  </p:cNvPr>
                  <p:cNvSpPr txBox="1"/>
                  <p:nvPr/>
                </p:nvSpPr>
                <p:spPr>
                  <a:xfrm>
                    <a:off x="8223487" y="4917773"/>
                    <a:ext cx="538288" cy="523220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sz="1400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40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ℛ</m:t>
                              </m:r>
                            </m:e>
                            <m:sub>
                              <m:r>
                                <a:rPr lang="en-US" sz="1400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𝑏</m:t>
                              </m:r>
                              <m:r>
                                <m:rPr>
                                  <m:sty m:val="p"/>
                                </m:rPr>
                                <a:rPr lang="en-US" sz="1400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k</m:t>
                              </m:r>
                            </m:sub>
                          </m:sSub>
                        </m:oMath>
                      </m:oMathPara>
                    </a14:m>
                    <a:endParaRPr lang="en-US" sz="1400" b="0" i="1" dirty="0">
                      <a:latin typeface="Cambria Math" panose="02040503050406030204" pitchFamily="18" charset="0"/>
                      <a:ea typeface="Cambria Math" panose="02040503050406030204" pitchFamily="18" charset="0"/>
                      <a:cs typeface="Times New Roman" panose="02020603050405020304" pitchFamily="18" charset="0"/>
                    </a:endParaRPr>
                  </a:p>
                  <a:p>
                    <a:pPr algn="ctr"/>
                    <a:endParaRPr lang="en-US" sz="1400" i="1" dirty="0">
                      <a:latin typeface="Cambria Math" panose="02040503050406030204" pitchFamily="18" charset="0"/>
                      <a:ea typeface="Cambria Math" panose="02040503050406030204" pitchFamily="18" charset="0"/>
                      <a:cs typeface="Times New Roman" panose="02020603050405020304" pitchFamily="18" charset="0"/>
                    </a:endParaRPr>
                  </a:p>
                </p:txBody>
              </p:sp>
            </mc:Choice>
            <mc:Fallback xmlns="">
              <p:sp>
                <p:nvSpPr>
                  <p:cNvPr id="240" name="TextBox 239">
                    <a:extLst>
                      <a:ext uri="{FF2B5EF4-FFF2-40B4-BE49-F238E27FC236}">
                        <a16:creationId xmlns:a16="http://schemas.microsoft.com/office/drawing/2014/main" id="{24217339-A8DA-F722-6F39-D2A9D1CCCCD6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8223487" y="4917773"/>
                    <a:ext cx="538288" cy="523220"/>
                  </a:xfrm>
                  <a:prstGeom prst="rect">
                    <a:avLst/>
                  </a:prstGeom>
                  <a:blipFill>
                    <a:blip r:embed="rId4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sp>
          <p:nvSpPr>
            <p:cNvPr id="235" name="TextBox 234">
              <a:extLst>
                <a:ext uri="{FF2B5EF4-FFF2-40B4-BE49-F238E27FC236}">
                  <a16:creationId xmlns:a16="http://schemas.microsoft.com/office/drawing/2014/main" id="{272581DC-4C11-A758-35CB-ABE428B97E37}"/>
                </a:ext>
              </a:extLst>
            </p:cNvPr>
            <p:cNvSpPr txBox="1"/>
            <p:nvPr/>
          </p:nvSpPr>
          <p:spPr>
            <a:xfrm>
              <a:off x="7761084" y="3395635"/>
              <a:ext cx="2288769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(b.3) GRPO</a:t>
              </a:r>
            </a:p>
          </p:txBody>
        </p:sp>
        <p:sp>
          <p:nvSpPr>
            <p:cNvPr id="237" name="TextBox 236">
              <a:extLst>
                <a:ext uri="{FF2B5EF4-FFF2-40B4-BE49-F238E27FC236}">
                  <a16:creationId xmlns:a16="http://schemas.microsoft.com/office/drawing/2014/main" id="{62991799-4946-3A4E-AC27-8E9C77622B9B}"/>
                </a:ext>
              </a:extLst>
            </p:cNvPr>
            <p:cNvSpPr txBox="1"/>
            <p:nvPr/>
          </p:nvSpPr>
          <p:spPr>
            <a:xfrm rot="16200000">
              <a:off x="7676691" y="4600330"/>
              <a:ext cx="785811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>
                  <a:latin typeface="Times New Roman" panose="02020603050405020304" pitchFamily="18" charset="0"/>
                  <a:ea typeface="Cambria Math" panose="02040503050406030204" pitchFamily="18" charset="0"/>
                  <a:cs typeface="Times New Roman" panose="02020603050405020304" pitchFamily="18" charset="0"/>
                </a:rPr>
                <a:t>Reward</a:t>
              </a:r>
            </a:p>
          </p:txBody>
        </p:sp>
        <p:sp>
          <p:nvSpPr>
            <p:cNvPr id="241" name="Rounded Rectangle 240">
              <a:extLst>
                <a:ext uri="{FF2B5EF4-FFF2-40B4-BE49-F238E27FC236}">
                  <a16:creationId xmlns:a16="http://schemas.microsoft.com/office/drawing/2014/main" id="{32B504F5-177E-49C5-C899-2B2BF95D572A}"/>
                </a:ext>
              </a:extLst>
            </p:cNvPr>
            <p:cNvSpPr/>
            <p:nvPr/>
          </p:nvSpPr>
          <p:spPr>
            <a:xfrm>
              <a:off x="7905708" y="3795981"/>
              <a:ext cx="1964094" cy="413968"/>
            </a:xfrm>
            <a:prstGeom prst="roundRect">
              <a:avLst>
                <a:gd name="adj" fmla="val 19565"/>
              </a:avLst>
            </a:prstGeom>
            <a:solidFill>
              <a:schemeClr val="bg1"/>
            </a:solidFill>
            <a:ln w="12700"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42" name="Rounded Rectangle 241">
              <a:extLst>
                <a:ext uri="{FF2B5EF4-FFF2-40B4-BE49-F238E27FC236}">
                  <a16:creationId xmlns:a16="http://schemas.microsoft.com/office/drawing/2014/main" id="{F58F1766-DDB7-77C8-B074-564074E59F4C}"/>
                </a:ext>
              </a:extLst>
            </p:cNvPr>
            <p:cNvSpPr/>
            <p:nvPr/>
          </p:nvSpPr>
          <p:spPr>
            <a:xfrm>
              <a:off x="8028169" y="3845103"/>
              <a:ext cx="497936" cy="295882"/>
            </a:xfrm>
            <a:prstGeom prst="roundRect">
              <a:avLst/>
            </a:prstGeom>
            <a:solidFill>
              <a:schemeClr val="tx2">
                <a:lumMod val="10000"/>
                <a:lumOff val="90000"/>
              </a:schemeClr>
            </a:solidFill>
            <a:ln w="127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i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o</a:t>
              </a:r>
              <a:r>
                <a:rPr lang="en-US" sz="1400" i="1" baseline="-250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lang="en-US" sz="140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43" name="Rounded Rectangle 242">
              <a:extLst>
                <a:ext uri="{FF2B5EF4-FFF2-40B4-BE49-F238E27FC236}">
                  <a16:creationId xmlns:a16="http://schemas.microsoft.com/office/drawing/2014/main" id="{DF22645A-2CEF-0ECC-BA58-238996E76323}"/>
                </a:ext>
              </a:extLst>
            </p:cNvPr>
            <p:cNvSpPr/>
            <p:nvPr/>
          </p:nvSpPr>
          <p:spPr>
            <a:xfrm>
              <a:off x="8645289" y="3847667"/>
              <a:ext cx="497936" cy="295882"/>
            </a:xfrm>
            <a:prstGeom prst="roundRect">
              <a:avLst/>
            </a:prstGeom>
            <a:solidFill>
              <a:schemeClr val="tx2">
                <a:lumMod val="10000"/>
                <a:lumOff val="90000"/>
              </a:schemeClr>
            </a:solidFill>
            <a:ln w="127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i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o</a:t>
              </a:r>
              <a:r>
                <a:rPr lang="en-US" sz="1400" i="1" baseline="-250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endParaRPr lang="en-US" sz="140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44" name="Rounded Rectangle 243">
              <a:extLst>
                <a:ext uri="{FF2B5EF4-FFF2-40B4-BE49-F238E27FC236}">
                  <a16:creationId xmlns:a16="http://schemas.microsoft.com/office/drawing/2014/main" id="{4F239FE5-3B92-6BA9-1213-38696A3AACC6}"/>
                </a:ext>
              </a:extLst>
            </p:cNvPr>
            <p:cNvSpPr/>
            <p:nvPr/>
          </p:nvSpPr>
          <p:spPr>
            <a:xfrm>
              <a:off x="9262922" y="3847280"/>
              <a:ext cx="497936" cy="295882"/>
            </a:xfrm>
            <a:prstGeom prst="roundRect">
              <a:avLst/>
            </a:prstGeom>
            <a:solidFill>
              <a:schemeClr val="tx2">
                <a:lumMod val="10000"/>
                <a:lumOff val="90000"/>
              </a:schemeClr>
            </a:solidFill>
            <a:ln w="127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i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…</a:t>
              </a:r>
            </a:p>
          </p:txBody>
        </p:sp>
        <p:grpSp>
          <p:nvGrpSpPr>
            <p:cNvPr id="258" name="Group 257">
              <a:extLst>
                <a:ext uri="{FF2B5EF4-FFF2-40B4-BE49-F238E27FC236}">
                  <a16:creationId xmlns:a16="http://schemas.microsoft.com/office/drawing/2014/main" id="{2D0B0551-D6E9-E168-D2C3-12AE544DDDFD}"/>
                </a:ext>
              </a:extLst>
            </p:cNvPr>
            <p:cNvGrpSpPr/>
            <p:nvPr/>
          </p:nvGrpSpPr>
          <p:grpSpPr>
            <a:xfrm>
              <a:off x="8223485" y="4806005"/>
              <a:ext cx="713178" cy="559837"/>
              <a:chOff x="8833615" y="4902035"/>
              <a:chExt cx="713178" cy="559837"/>
            </a:xfrm>
          </p:grpSpPr>
          <p:sp>
            <p:nvSpPr>
              <p:cNvPr id="239" name="Rounded Rectangle 238">
                <a:extLst>
                  <a:ext uri="{FF2B5EF4-FFF2-40B4-BE49-F238E27FC236}">
                    <a16:creationId xmlns:a16="http://schemas.microsoft.com/office/drawing/2014/main" id="{3E744A6F-9FE5-B418-8259-B4CC235A44D8}"/>
                  </a:ext>
                </a:extLst>
              </p:cNvPr>
              <p:cNvSpPr/>
              <p:nvPr/>
            </p:nvSpPr>
            <p:spPr>
              <a:xfrm>
                <a:off x="8848409" y="4902035"/>
                <a:ext cx="548729" cy="338554"/>
              </a:xfrm>
              <a:prstGeom prst="roundRect">
                <a:avLst>
                  <a:gd name="adj" fmla="val 50000"/>
                </a:avLst>
              </a:prstGeom>
              <a:solidFill>
                <a:schemeClr val="accent2">
                  <a:lumMod val="20000"/>
                  <a:lumOff val="80000"/>
                </a:schemeClr>
              </a:solidFill>
              <a:ln w="19050">
                <a:solidFill>
                  <a:schemeClr val="accent2">
                    <a:lumMod val="60000"/>
                    <a:lumOff val="40000"/>
                  </a:schemeClr>
                </a:solidFill>
                <a:prstDash val="sysDash"/>
              </a:ln>
              <a:effectLst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45" name="TextBox 244">
                    <a:extLst>
                      <a:ext uri="{FF2B5EF4-FFF2-40B4-BE49-F238E27FC236}">
                        <a16:creationId xmlns:a16="http://schemas.microsoft.com/office/drawing/2014/main" id="{4DAEE220-597E-9AAE-1059-F9B7DA8E7B17}"/>
                      </a:ext>
                    </a:extLst>
                  </p:cNvPr>
                  <p:cNvSpPr txBox="1"/>
                  <p:nvPr/>
                </p:nvSpPr>
                <p:spPr>
                  <a:xfrm>
                    <a:off x="8833615" y="4919479"/>
                    <a:ext cx="713178" cy="542393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sz="1400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40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ℛ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sz="1400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pen</m:t>
                              </m:r>
                            </m:sub>
                          </m:sSub>
                        </m:oMath>
                      </m:oMathPara>
                    </a14:m>
                    <a:endParaRPr lang="en-US" sz="1400" b="0" i="1" dirty="0">
                      <a:latin typeface="Cambria Math" panose="02040503050406030204" pitchFamily="18" charset="0"/>
                      <a:ea typeface="Cambria Math" panose="02040503050406030204" pitchFamily="18" charset="0"/>
                      <a:cs typeface="Times New Roman" panose="02020603050405020304" pitchFamily="18" charset="0"/>
                    </a:endParaRPr>
                  </a:p>
                  <a:p>
                    <a:pPr algn="ctr"/>
                    <a:endParaRPr lang="en-US" sz="1400" i="1" dirty="0">
                      <a:latin typeface="Cambria Math" panose="02040503050406030204" pitchFamily="18" charset="0"/>
                      <a:ea typeface="Cambria Math" panose="02040503050406030204" pitchFamily="18" charset="0"/>
                      <a:cs typeface="Times New Roman" panose="02020603050405020304" pitchFamily="18" charset="0"/>
                    </a:endParaRPr>
                  </a:p>
                </p:txBody>
              </p:sp>
            </mc:Choice>
            <mc:Fallback xmlns="">
              <p:sp>
                <p:nvSpPr>
                  <p:cNvPr id="245" name="TextBox 244">
                    <a:extLst>
                      <a:ext uri="{FF2B5EF4-FFF2-40B4-BE49-F238E27FC236}">
                        <a16:creationId xmlns:a16="http://schemas.microsoft.com/office/drawing/2014/main" id="{4DAEE220-597E-9AAE-1059-F9B7DA8E7B17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8833615" y="4919479"/>
                    <a:ext cx="713178" cy="542393"/>
                  </a:xfrm>
                  <a:prstGeom prst="rect">
                    <a:avLst/>
                  </a:prstGeom>
                  <a:blipFill>
                    <a:blip r:embed="rId5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sp>
          <p:nvSpPr>
            <p:cNvPr id="246" name="Rounded Rectangle 245">
              <a:extLst>
                <a:ext uri="{FF2B5EF4-FFF2-40B4-BE49-F238E27FC236}">
                  <a16:creationId xmlns:a16="http://schemas.microsoft.com/office/drawing/2014/main" id="{6304F5F9-5782-FD72-72B6-B003F6E460D2}"/>
                </a:ext>
              </a:extLst>
            </p:cNvPr>
            <p:cNvSpPr/>
            <p:nvPr/>
          </p:nvSpPr>
          <p:spPr>
            <a:xfrm>
              <a:off x="7905708" y="5377574"/>
              <a:ext cx="1964094" cy="409451"/>
            </a:xfrm>
            <a:prstGeom prst="roundRect">
              <a:avLst>
                <a:gd name="adj" fmla="val 19565"/>
              </a:avLst>
            </a:prstGeom>
            <a:solidFill>
              <a:schemeClr val="bg1"/>
            </a:solidFill>
            <a:ln w="12700"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47" name="Rounded Rectangle 246">
              <a:extLst>
                <a:ext uri="{FF2B5EF4-FFF2-40B4-BE49-F238E27FC236}">
                  <a16:creationId xmlns:a16="http://schemas.microsoft.com/office/drawing/2014/main" id="{A2F1DDBC-0DC0-2E06-81A7-88726FBBBDBD}"/>
                </a:ext>
              </a:extLst>
            </p:cNvPr>
            <p:cNvSpPr/>
            <p:nvPr/>
          </p:nvSpPr>
          <p:spPr>
            <a:xfrm>
              <a:off x="8028169" y="5434609"/>
              <a:ext cx="497936" cy="295882"/>
            </a:xfrm>
            <a:prstGeom prst="roundRect">
              <a:avLst/>
            </a:prstGeom>
            <a:solidFill>
              <a:schemeClr val="tx2">
                <a:lumMod val="10000"/>
                <a:lumOff val="90000"/>
              </a:schemeClr>
            </a:solidFill>
            <a:ln w="127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i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r</a:t>
              </a:r>
              <a:r>
                <a:rPr lang="en-US" sz="1400" i="1" baseline="-250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lang="en-US" sz="140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48" name="Rounded Rectangle 247">
              <a:extLst>
                <a:ext uri="{FF2B5EF4-FFF2-40B4-BE49-F238E27FC236}">
                  <a16:creationId xmlns:a16="http://schemas.microsoft.com/office/drawing/2014/main" id="{4B2BA631-D819-4ED1-561E-8203AD104B7E}"/>
                </a:ext>
              </a:extLst>
            </p:cNvPr>
            <p:cNvSpPr/>
            <p:nvPr/>
          </p:nvSpPr>
          <p:spPr>
            <a:xfrm>
              <a:off x="8632630" y="5434609"/>
              <a:ext cx="497936" cy="295882"/>
            </a:xfrm>
            <a:prstGeom prst="roundRect">
              <a:avLst/>
            </a:prstGeom>
            <a:solidFill>
              <a:schemeClr val="tx2">
                <a:lumMod val="10000"/>
                <a:lumOff val="90000"/>
              </a:schemeClr>
            </a:solidFill>
            <a:ln w="127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i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r</a:t>
              </a:r>
              <a:r>
                <a:rPr lang="en-US" sz="1400" i="1" baseline="-250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endParaRPr lang="en-US" sz="140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49" name="Rounded Rectangle 248">
              <a:extLst>
                <a:ext uri="{FF2B5EF4-FFF2-40B4-BE49-F238E27FC236}">
                  <a16:creationId xmlns:a16="http://schemas.microsoft.com/office/drawing/2014/main" id="{4174EE90-223B-003E-811A-CE05897A70BA}"/>
                </a:ext>
              </a:extLst>
            </p:cNvPr>
            <p:cNvSpPr/>
            <p:nvPr/>
          </p:nvSpPr>
          <p:spPr>
            <a:xfrm>
              <a:off x="9262922" y="5434609"/>
              <a:ext cx="497936" cy="295882"/>
            </a:xfrm>
            <a:prstGeom prst="roundRect">
              <a:avLst/>
            </a:prstGeom>
            <a:solidFill>
              <a:schemeClr val="tx2">
                <a:lumMod val="10000"/>
                <a:lumOff val="90000"/>
              </a:schemeClr>
            </a:solidFill>
            <a:ln w="127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i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…</a:t>
              </a:r>
            </a:p>
          </p:txBody>
        </p:sp>
        <p:sp>
          <p:nvSpPr>
            <p:cNvPr id="261" name="TextBox 260">
              <a:extLst>
                <a:ext uri="{FF2B5EF4-FFF2-40B4-BE49-F238E27FC236}">
                  <a16:creationId xmlns:a16="http://schemas.microsoft.com/office/drawing/2014/main" id="{C3C371A4-086F-7D55-7753-5ABB4E11DEFE}"/>
                </a:ext>
              </a:extLst>
            </p:cNvPr>
            <p:cNvSpPr txBox="1"/>
            <p:nvPr/>
          </p:nvSpPr>
          <p:spPr>
            <a:xfrm>
              <a:off x="8710748" y="4394613"/>
              <a:ext cx="1289001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>
                  <a:solidFill>
                    <a:srgbClr val="C00000"/>
                  </a:solidFill>
                  <a:latin typeface="Times New Roman" panose="02020603050405020304" pitchFamily="18" charset="0"/>
                  <a:ea typeface="Cambria Math" panose="020405030504060302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1400" b="1" dirty="0">
                  <a:solidFill>
                    <a:srgbClr val="C00000"/>
                  </a:solidFill>
                  <a:latin typeface="Comic Sans MS" panose="030F0902030302020204" pitchFamily="66" charset="0"/>
                  <a:ea typeface="Cambria Math" panose="02040503050406030204" pitchFamily="18" charset="0"/>
                  <a:cs typeface="Times New Roman" panose="02020603050405020304" pitchFamily="18" charset="0"/>
                </a:rPr>
                <a:t>Incentive</a:t>
              </a:r>
            </a:p>
          </p:txBody>
        </p:sp>
        <p:sp>
          <p:nvSpPr>
            <p:cNvPr id="262" name="TextBox 261">
              <a:extLst>
                <a:ext uri="{FF2B5EF4-FFF2-40B4-BE49-F238E27FC236}">
                  <a16:creationId xmlns:a16="http://schemas.microsoft.com/office/drawing/2014/main" id="{5770295C-B875-6C3D-2FD0-24263B378303}"/>
                </a:ext>
              </a:extLst>
            </p:cNvPr>
            <p:cNvSpPr txBox="1"/>
            <p:nvPr/>
          </p:nvSpPr>
          <p:spPr>
            <a:xfrm>
              <a:off x="8720748" y="4825490"/>
              <a:ext cx="1289001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>
                  <a:solidFill>
                    <a:srgbClr val="C00000"/>
                  </a:solidFill>
                  <a:latin typeface="Times New Roman" panose="02020603050405020304" pitchFamily="18" charset="0"/>
                  <a:ea typeface="Cambria Math" panose="020405030504060302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1400" b="1" dirty="0">
                  <a:solidFill>
                    <a:srgbClr val="C00000"/>
                  </a:solidFill>
                  <a:latin typeface="Comic Sans MS" panose="030F0902030302020204" pitchFamily="66" charset="0"/>
                  <a:ea typeface="Cambria Math" panose="02040503050406030204" pitchFamily="18" charset="0"/>
                  <a:cs typeface="Times New Roman" panose="02020603050405020304" pitchFamily="18" charset="0"/>
                </a:rPr>
                <a:t>Penalty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82518267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D04CFF-8604-5149-AFEF-BCE04AE3C8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Rounded Rectangle 145">
            <a:extLst>
              <a:ext uri="{FF2B5EF4-FFF2-40B4-BE49-F238E27FC236}">
                <a16:creationId xmlns:a16="http://schemas.microsoft.com/office/drawing/2014/main" id="{D29D8C7C-D4DB-39A6-BB96-1BF9F0053EEE}"/>
              </a:ext>
            </a:extLst>
          </p:cNvPr>
          <p:cNvSpPr/>
          <p:nvPr/>
        </p:nvSpPr>
        <p:spPr>
          <a:xfrm>
            <a:off x="1191661" y="1180756"/>
            <a:ext cx="3845147" cy="4487271"/>
          </a:xfrm>
          <a:prstGeom prst="roundRect">
            <a:avLst>
              <a:gd name="adj" fmla="val 7862"/>
            </a:avLst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393" name="Group 392">
            <a:extLst>
              <a:ext uri="{FF2B5EF4-FFF2-40B4-BE49-F238E27FC236}">
                <a16:creationId xmlns:a16="http://schemas.microsoft.com/office/drawing/2014/main" id="{8E927973-773A-C663-018E-45E9F4BC56FE}"/>
              </a:ext>
            </a:extLst>
          </p:cNvPr>
          <p:cNvGrpSpPr/>
          <p:nvPr/>
        </p:nvGrpSpPr>
        <p:grpSpPr>
          <a:xfrm>
            <a:off x="2646592" y="3923398"/>
            <a:ext cx="820763" cy="348095"/>
            <a:chOff x="2646592" y="3923398"/>
            <a:chExt cx="820763" cy="348095"/>
          </a:xfrm>
        </p:grpSpPr>
        <p:sp>
          <p:nvSpPr>
            <p:cNvPr id="60" name="Rectangle 59">
              <a:extLst>
                <a:ext uri="{FF2B5EF4-FFF2-40B4-BE49-F238E27FC236}">
                  <a16:creationId xmlns:a16="http://schemas.microsoft.com/office/drawing/2014/main" id="{13AFE869-195F-AF3E-C1EE-0CDCAE59837B}"/>
                </a:ext>
              </a:extLst>
            </p:cNvPr>
            <p:cNvSpPr/>
            <p:nvPr/>
          </p:nvSpPr>
          <p:spPr>
            <a:xfrm>
              <a:off x="2724521" y="3923398"/>
              <a:ext cx="640080" cy="348095"/>
            </a:xfrm>
            <a:prstGeom prst="rect">
              <a:avLst/>
            </a:prstGeom>
            <a:solidFill>
              <a:srgbClr val="FF7D7A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effectLst>
                  <a:outerShdw blurRad="50800" dist="38100" algn="l" rotWithShape="0">
                    <a:prstClr val="black">
                      <a:alpha val="40000"/>
                    </a:prstClr>
                  </a:outerShdw>
                </a:effectLst>
              </a:endParaRPr>
            </a:p>
          </p:txBody>
        </p:sp>
        <p:sp>
          <p:nvSpPr>
            <p:cNvPr id="61" name="TextBox 60">
              <a:extLst>
                <a:ext uri="{FF2B5EF4-FFF2-40B4-BE49-F238E27FC236}">
                  <a16:creationId xmlns:a16="http://schemas.microsoft.com/office/drawing/2014/main" id="{961C4F07-D77C-1AAF-D7B0-58D9DE471B87}"/>
                </a:ext>
              </a:extLst>
            </p:cNvPr>
            <p:cNvSpPr txBox="1"/>
            <p:nvPr/>
          </p:nvSpPr>
          <p:spPr>
            <a:xfrm>
              <a:off x="2646592" y="3943556"/>
              <a:ext cx="820763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>
                  <a:solidFill>
                    <a:schemeClr val="bg1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reject</a:t>
              </a:r>
            </a:p>
          </p:txBody>
        </p:sp>
      </p:grpSp>
      <p:grpSp>
        <p:nvGrpSpPr>
          <p:cNvPr id="397" name="Group 396">
            <a:extLst>
              <a:ext uri="{FF2B5EF4-FFF2-40B4-BE49-F238E27FC236}">
                <a16:creationId xmlns:a16="http://schemas.microsoft.com/office/drawing/2014/main" id="{831ED641-F967-0BEC-346D-E2DD513D50C3}"/>
              </a:ext>
            </a:extLst>
          </p:cNvPr>
          <p:cNvGrpSpPr/>
          <p:nvPr/>
        </p:nvGrpSpPr>
        <p:grpSpPr>
          <a:xfrm>
            <a:off x="2724330" y="1492204"/>
            <a:ext cx="644236" cy="348095"/>
            <a:chOff x="2724330" y="1492204"/>
            <a:chExt cx="644236" cy="348095"/>
          </a:xfrm>
        </p:grpSpPr>
        <p:sp>
          <p:nvSpPr>
            <p:cNvPr id="47" name="Rectangle 46">
              <a:extLst>
                <a:ext uri="{FF2B5EF4-FFF2-40B4-BE49-F238E27FC236}">
                  <a16:creationId xmlns:a16="http://schemas.microsoft.com/office/drawing/2014/main" id="{AB6EFEE7-525D-440E-3787-FEB4DE56C72A}"/>
                </a:ext>
              </a:extLst>
            </p:cNvPr>
            <p:cNvSpPr/>
            <p:nvPr/>
          </p:nvSpPr>
          <p:spPr>
            <a:xfrm>
              <a:off x="2724330" y="1492204"/>
              <a:ext cx="644236" cy="348095"/>
            </a:xfrm>
            <a:prstGeom prst="rect">
              <a:avLst/>
            </a:prstGeom>
            <a:solidFill>
              <a:srgbClr val="A7CAED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effectLst>
                  <a:outerShdw blurRad="50800" dist="38100" algn="l" rotWithShape="0">
                    <a:prstClr val="black">
                      <a:alpha val="40000"/>
                    </a:prstClr>
                  </a:outerShdw>
                </a:effectLst>
              </a:endParaRPr>
            </a:p>
          </p:txBody>
        </p:sp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327177AA-5B18-3EED-56EB-76B7B4837172}"/>
                </a:ext>
              </a:extLst>
            </p:cNvPr>
            <p:cNvSpPr txBox="1"/>
            <p:nvPr/>
          </p:nvSpPr>
          <p:spPr>
            <a:xfrm>
              <a:off x="2724330" y="1512362"/>
              <a:ext cx="644236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>
                  <a:solidFill>
                    <a:schemeClr val="bg1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It</a:t>
              </a:r>
            </a:p>
          </p:txBody>
        </p:sp>
      </p:grpSp>
      <p:grpSp>
        <p:nvGrpSpPr>
          <p:cNvPr id="396" name="Group 395">
            <a:extLst>
              <a:ext uri="{FF2B5EF4-FFF2-40B4-BE49-F238E27FC236}">
                <a16:creationId xmlns:a16="http://schemas.microsoft.com/office/drawing/2014/main" id="{3459C9A7-FF51-D638-9FD5-544F7D8E93CC}"/>
              </a:ext>
            </a:extLst>
          </p:cNvPr>
          <p:cNvGrpSpPr/>
          <p:nvPr/>
        </p:nvGrpSpPr>
        <p:grpSpPr>
          <a:xfrm>
            <a:off x="2724330" y="2104658"/>
            <a:ext cx="640080" cy="348095"/>
            <a:chOff x="2724330" y="2104658"/>
            <a:chExt cx="640080" cy="348095"/>
          </a:xfrm>
        </p:grpSpPr>
        <p:sp>
          <p:nvSpPr>
            <p:cNvPr id="51" name="Rectangle 50">
              <a:extLst>
                <a:ext uri="{FF2B5EF4-FFF2-40B4-BE49-F238E27FC236}">
                  <a16:creationId xmlns:a16="http://schemas.microsoft.com/office/drawing/2014/main" id="{6FA7944C-4CAD-577C-59E7-67B0F4F79E23}"/>
                </a:ext>
              </a:extLst>
            </p:cNvPr>
            <p:cNvSpPr/>
            <p:nvPr/>
          </p:nvSpPr>
          <p:spPr>
            <a:xfrm>
              <a:off x="2724330" y="2104658"/>
              <a:ext cx="640080" cy="348095"/>
            </a:xfrm>
            <a:prstGeom prst="rect">
              <a:avLst/>
            </a:prstGeom>
            <a:solidFill>
              <a:srgbClr val="A7CAED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effectLst>
                  <a:outerShdw blurRad="50800" dist="38100" algn="l" rotWithShape="0">
                    <a:prstClr val="black">
                      <a:alpha val="40000"/>
                    </a:prstClr>
                  </a:outerShdw>
                </a:effectLst>
              </a:endParaRPr>
            </a:p>
          </p:txBody>
        </p:sp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72DFDD76-4FD0-1A21-911C-989A4075A2A0}"/>
                </a:ext>
              </a:extLst>
            </p:cNvPr>
            <p:cNvSpPr txBox="1"/>
            <p:nvPr/>
          </p:nvSpPr>
          <p:spPr>
            <a:xfrm>
              <a:off x="2724331" y="2124816"/>
              <a:ext cx="640079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>
                  <a:solidFill>
                    <a:schemeClr val="bg1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is</a:t>
              </a:r>
            </a:p>
          </p:txBody>
        </p:sp>
      </p:grpSp>
      <p:grpSp>
        <p:nvGrpSpPr>
          <p:cNvPr id="395" name="Group 394">
            <a:extLst>
              <a:ext uri="{FF2B5EF4-FFF2-40B4-BE49-F238E27FC236}">
                <a16:creationId xmlns:a16="http://schemas.microsoft.com/office/drawing/2014/main" id="{5F47A5E4-04AB-C3AF-ACBA-A3DCD5729183}"/>
              </a:ext>
            </a:extLst>
          </p:cNvPr>
          <p:cNvGrpSpPr/>
          <p:nvPr/>
        </p:nvGrpSpPr>
        <p:grpSpPr>
          <a:xfrm>
            <a:off x="2724330" y="2698780"/>
            <a:ext cx="640080" cy="348095"/>
            <a:chOff x="2724330" y="2698780"/>
            <a:chExt cx="640080" cy="348095"/>
          </a:xfrm>
        </p:grpSpPr>
        <p:sp>
          <p:nvSpPr>
            <p:cNvPr id="54" name="Rectangle 53">
              <a:extLst>
                <a:ext uri="{FF2B5EF4-FFF2-40B4-BE49-F238E27FC236}">
                  <a16:creationId xmlns:a16="http://schemas.microsoft.com/office/drawing/2014/main" id="{CBFD0FEF-A75A-4F33-9C3B-48B2E163BF71}"/>
                </a:ext>
              </a:extLst>
            </p:cNvPr>
            <p:cNvSpPr/>
            <p:nvPr/>
          </p:nvSpPr>
          <p:spPr>
            <a:xfrm>
              <a:off x="2724330" y="2698780"/>
              <a:ext cx="640080" cy="348095"/>
            </a:xfrm>
            <a:prstGeom prst="rect">
              <a:avLst/>
            </a:prstGeom>
            <a:solidFill>
              <a:srgbClr val="A7CAED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effectLst>
                  <a:outerShdw blurRad="50800" dist="38100" algn="l" rotWithShape="0">
                    <a:prstClr val="black">
                      <a:alpha val="40000"/>
                    </a:prstClr>
                  </a:outerShdw>
                </a:effectLst>
              </a:endParaRPr>
            </a:p>
          </p:txBody>
        </p:sp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B14C5973-CF77-2227-174C-D70A252F6C16}"/>
                </a:ext>
              </a:extLst>
            </p:cNvPr>
            <p:cNvSpPr txBox="1"/>
            <p:nvPr/>
          </p:nvSpPr>
          <p:spPr>
            <a:xfrm>
              <a:off x="2724331" y="2718938"/>
              <a:ext cx="640079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>
                  <a:solidFill>
                    <a:schemeClr val="bg1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a</a:t>
              </a:r>
            </a:p>
          </p:txBody>
        </p:sp>
      </p:grpSp>
      <p:grpSp>
        <p:nvGrpSpPr>
          <p:cNvPr id="392" name="Group 391">
            <a:extLst>
              <a:ext uri="{FF2B5EF4-FFF2-40B4-BE49-F238E27FC236}">
                <a16:creationId xmlns:a16="http://schemas.microsoft.com/office/drawing/2014/main" id="{21FC386E-3FF0-2C49-4E71-8CC49EBE61A3}"/>
              </a:ext>
            </a:extLst>
          </p:cNvPr>
          <p:cNvGrpSpPr/>
          <p:nvPr/>
        </p:nvGrpSpPr>
        <p:grpSpPr>
          <a:xfrm>
            <a:off x="1463503" y="3314520"/>
            <a:ext cx="819554" cy="348095"/>
            <a:chOff x="1463503" y="3314520"/>
            <a:chExt cx="819554" cy="348095"/>
          </a:xfrm>
        </p:grpSpPr>
        <p:sp>
          <p:nvSpPr>
            <p:cNvPr id="72" name="Rectangle 71">
              <a:extLst>
                <a:ext uri="{FF2B5EF4-FFF2-40B4-BE49-F238E27FC236}">
                  <a16:creationId xmlns:a16="http://schemas.microsoft.com/office/drawing/2014/main" id="{48705A19-B128-9D02-3CDF-70D018A2C062}"/>
                </a:ext>
              </a:extLst>
            </p:cNvPr>
            <p:cNvSpPr/>
            <p:nvPr/>
          </p:nvSpPr>
          <p:spPr>
            <a:xfrm>
              <a:off x="1546627" y="3314520"/>
              <a:ext cx="640080" cy="348095"/>
            </a:xfrm>
            <a:prstGeom prst="rect">
              <a:avLst/>
            </a:prstGeom>
            <a:solidFill>
              <a:srgbClr val="A7CAED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effectLst>
                  <a:outerShdw blurRad="50800" dist="38100" algn="l" rotWithShape="0">
                    <a:prstClr val="black">
                      <a:alpha val="40000"/>
                    </a:prstClr>
                  </a:outerShdw>
                </a:effectLst>
              </a:endParaRPr>
            </a:p>
          </p:txBody>
        </p:sp>
        <p:sp>
          <p:nvSpPr>
            <p:cNvPr id="73" name="TextBox 72">
              <a:extLst>
                <a:ext uri="{FF2B5EF4-FFF2-40B4-BE49-F238E27FC236}">
                  <a16:creationId xmlns:a16="http://schemas.microsoft.com/office/drawing/2014/main" id="{62E87BD0-76E8-3D20-599D-243D559E7460}"/>
                </a:ext>
              </a:extLst>
            </p:cNvPr>
            <p:cNvSpPr txBox="1"/>
            <p:nvPr/>
          </p:nvSpPr>
          <p:spPr>
            <a:xfrm>
              <a:off x="1463503" y="3334678"/>
              <a:ext cx="819554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>
                  <a:solidFill>
                    <a:schemeClr val="bg1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strong</a:t>
              </a:r>
            </a:p>
          </p:txBody>
        </p:sp>
      </p:grpSp>
      <p:grpSp>
        <p:nvGrpSpPr>
          <p:cNvPr id="391" name="Group 390">
            <a:extLst>
              <a:ext uri="{FF2B5EF4-FFF2-40B4-BE49-F238E27FC236}">
                <a16:creationId xmlns:a16="http://schemas.microsoft.com/office/drawing/2014/main" id="{2B9991EE-4429-254E-894D-C70B5A75AAF9}"/>
              </a:ext>
            </a:extLst>
          </p:cNvPr>
          <p:cNvGrpSpPr/>
          <p:nvPr/>
        </p:nvGrpSpPr>
        <p:grpSpPr>
          <a:xfrm>
            <a:off x="1460139" y="3923080"/>
            <a:ext cx="836419" cy="348095"/>
            <a:chOff x="1460139" y="3923080"/>
            <a:chExt cx="836419" cy="348095"/>
          </a:xfrm>
        </p:grpSpPr>
        <p:sp>
          <p:nvSpPr>
            <p:cNvPr id="75" name="Rectangle 74">
              <a:extLst>
                <a:ext uri="{FF2B5EF4-FFF2-40B4-BE49-F238E27FC236}">
                  <a16:creationId xmlns:a16="http://schemas.microsoft.com/office/drawing/2014/main" id="{E500CC87-30F5-B056-4196-6CBB1777157A}"/>
                </a:ext>
              </a:extLst>
            </p:cNvPr>
            <p:cNvSpPr/>
            <p:nvPr/>
          </p:nvSpPr>
          <p:spPr>
            <a:xfrm>
              <a:off x="1553653" y="3923080"/>
              <a:ext cx="640080" cy="348095"/>
            </a:xfrm>
            <a:prstGeom prst="rect">
              <a:avLst/>
            </a:prstGeom>
            <a:solidFill>
              <a:srgbClr val="A7CAED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effectLst>
                  <a:outerShdw blurRad="50800" dist="38100" algn="l" rotWithShape="0">
                    <a:prstClr val="black">
                      <a:alpha val="40000"/>
                    </a:prstClr>
                  </a:outerShdw>
                </a:effectLst>
              </a:endParaRPr>
            </a:p>
          </p:txBody>
        </p:sp>
        <p:sp>
          <p:nvSpPr>
            <p:cNvPr id="76" name="TextBox 75">
              <a:extLst>
                <a:ext uri="{FF2B5EF4-FFF2-40B4-BE49-F238E27FC236}">
                  <a16:creationId xmlns:a16="http://schemas.microsoft.com/office/drawing/2014/main" id="{34513173-57CD-CF19-433A-BBCC66DE69FF}"/>
                </a:ext>
              </a:extLst>
            </p:cNvPr>
            <p:cNvSpPr txBox="1"/>
            <p:nvPr/>
          </p:nvSpPr>
          <p:spPr>
            <a:xfrm>
              <a:off x="1460139" y="3943238"/>
              <a:ext cx="836419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>
                  <a:solidFill>
                    <a:schemeClr val="bg1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accept</a:t>
              </a:r>
            </a:p>
          </p:txBody>
        </p:sp>
      </p:grpSp>
      <p:cxnSp>
        <p:nvCxnSpPr>
          <p:cNvPr id="77" name="Straight Arrow Connector 76">
            <a:extLst>
              <a:ext uri="{FF2B5EF4-FFF2-40B4-BE49-F238E27FC236}">
                <a16:creationId xmlns:a16="http://schemas.microsoft.com/office/drawing/2014/main" id="{9AFE6638-EC75-9269-4E51-FD59A3B7086A}"/>
              </a:ext>
            </a:extLst>
          </p:cNvPr>
          <p:cNvCxnSpPr>
            <a:cxnSpLocks/>
            <a:stCxn id="47" idx="2"/>
            <a:endCxn id="51" idx="0"/>
          </p:cNvCxnSpPr>
          <p:nvPr/>
        </p:nvCxnSpPr>
        <p:spPr>
          <a:xfrm flipH="1">
            <a:off x="3044370" y="1840299"/>
            <a:ext cx="2078" cy="26435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0" name="Straight Arrow Connector 79">
            <a:extLst>
              <a:ext uri="{FF2B5EF4-FFF2-40B4-BE49-F238E27FC236}">
                <a16:creationId xmlns:a16="http://schemas.microsoft.com/office/drawing/2014/main" id="{CB969F2C-6359-1282-D25B-1EFFAF4BC444}"/>
              </a:ext>
            </a:extLst>
          </p:cNvPr>
          <p:cNvCxnSpPr>
            <a:cxnSpLocks/>
            <a:stCxn id="51" idx="2"/>
            <a:endCxn id="55" idx="0"/>
          </p:cNvCxnSpPr>
          <p:nvPr/>
        </p:nvCxnSpPr>
        <p:spPr>
          <a:xfrm>
            <a:off x="3044370" y="2452753"/>
            <a:ext cx="1" cy="26618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grpSp>
        <p:nvGrpSpPr>
          <p:cNvPr id="398" name="Group 397">
            <a:extLst>
              <a:ext uri="{FF2B5EF4-FFF2-40B4-BE49-F238E27FC236}">
                <a16:creationId xmlns:a16="http://schemas.microsoft.com/office/drawing/2014/main" id="{668A662C-AE5D-5588-F120-C931F39AD5CD}"/>
              </a:ext>
            </a:extLst>
          </p:cNvPr>
          <p:cNvGrpSpPr/>
          <p:nvPr/>
        </p:nvGrpSpPr>
        <p:grpSpPr>
          <a:xfrm>
            <a:off x="2646592" y="4533008"/>
            <a:ext cx="820763" cy="348095"/>
            <a:chOff x="2646592" y="4533008"/>
            <a:chExt cx="820763" cy="348095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88F72484-EACC-78BC-8F86-DD80585B2402}"/>
                </a:ext>
              </a:extLst>
            </p:cNvPr>
            <p:cNvSpPr/>
            <p:nvPr/>
          </p:nvSpPr>
          <p:spPr>
            <a:xfrm>
              <a:off x="2731913" y="4533008"/>
              <a:ext cx="640080" cy="348095"/>
            </a:xfrm>
            <a:prstGeom prst="rect">
              <a:avLst/>
            </a:prstGeom>
            <a:solidFill>
              <a:srgbClr val="F6C6AD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effectLst>
                  <a:outerShdw blurRad="50800" dist="38100" algn="l" rotWithShape="0">
                    <a:prstClr val="black">
                      <a:alpha val="40000"/>
                    </a:prstClr>
                  </a:outerShdw>
                </a:effectLst>
              </a:endParaRPr>
            </a:p>
          </p:txBody>
        </p:sp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4DD327E0-B6FA-6C13-9F41-B7C2C2BC31C5}"/>
                </a:ext>
              </a:extLst>
            </p:cNvPr>
            <p:cNvSpPr txBox="1"/>
            <p:nvPr/>
          </p:nvSpPr>
          <p:spPr>
            <a:xfrm>
              <a:off x="2646592" y="4553166"/>
              <a:ext cx="820763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>
                  <a:solidFill>
                    <a:schemeClr val="bg1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&lt;UNDO&gt;</a:t>
              </a:r>
            </a:p>
          </p:txBody>
        </p:sp>
      </p:grpSp>
      <p:grpSp>
        <p:nvGrpSpPr>
          <p:cNvPr id="394" name="Group 393">
            <a:extLst>
              <a:ext uri="{FF2B5EF4-FFF2-40B4-BE49-F238E27FC236}">
                <a16:creationId xmlns:a16="http://schemas.microsoft.com/office/drawing/2014/main" id="{87529082-0732-D3B9-D02B-B87891CD23FE}"/>
              </a:ext>
            </a:extLst>
          </p:cNvPr>
          <p:cNvGrpSpPr/>
          <p:nvPr/>
        </p:nvGrpSpPr>
        <p:grpSpPr>
          <a:xfrm>
            <a:off x="2721460" y="3313151"/>
            <a:ext cx="642950" cy="348095"/>
            <a:chOff x="2721460" y="3313151"/>
            <a:chExt cx="642950" cy="348095"/>
          </a:xfrm>
        </p:grpSpPr>
        <p:sp>
          <p:nvSpPr>
            <p:cNvPr id="65" name="Rectangle 64">
              <a:extLst>
                <a:ext uri="{FF2B5EF4-FFF2-40B4-BE49-F238E27FC236}">
                  <a16:creationId xmlns:a16="http://schemas.microsoft.com/office/drawing/2014/main" id="{287F3A0F-53EF-E3E3-1F8A-6683006628B6}"/>
                </a:ext>
              </a:extLst>
            </p:cNvPr>
            <p:cNvSpPr/>
            <p:nvPr/>
          </p:nvSpPr>
          <p:spPr>
            <a:xfrm>
              <a:off x="2724330" y="3313151"/>
              <a:ext cx="640080" cy="348095"/>
            </a:xfrm>
            <a:prstGeom prst="rect">
              <a:avLst/>
            </a:prstGeom>
            <a:solidFill>
              <a:srgbClr val="FF7D7A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effectLst>
                  <a:outerShdw blurRad="50800" dist="38100" algn="l" rotWithShape="0">
                    <a:prstClr val="black">
                      <a:alpha val="40000"/>
                    </a:prstClr>
                  </a:outerShdw>
                </a:effectLst>
              </a:endParaRPr>
            </a:p>
          </p:txBody>
        </p:sp>
        <p:sp>
          <p:nvSpPr>
            <p:cNvPr id="66" name="TextBox 65">
              <a:extLst>
                <a:ext uri="{FF2B5EF4-FFF2-40B4-BE49-F238E27FC236}">
                  <a16:creationId xmlns:a16="http://schemas.microsoft.com/office/drawing/2014/main" id="{3551D956-3C2A-6172-19F1-A74E0C6ADDD7}"/>
                </a:ext>
              </a:extLst>
            </p:cNvPr>
            <p:cNvSpPr txBox="1"/>
            <p:nvPr/>
          </p:nvSpPr>
          <p:spPr>
            <a:xfrm>
              <a:off x="2721460" y="3333309"/>
              <a:ext cx="640079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>
                  <a:solidFill>
                    <a:schemeClr val="bg1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weak</a:t>
              </a:r>
            </a:p>
          </p:txBody>
        </p:sp>
      </p:grpSp>
      <p:cxnSp>
        <p:nvCxnSpPr>
          <p:cNvPr id="68" name="Straight Arrow Connector 67">
            <a:extLst>
              <a:ext uri="{FF2B5EF4-FFF2-40B4-BE49-F238E27FC236}">
                <a16:creationId xmlns:a16="http://schemas.microsoft.com/office/drawing/2014/main" id="{0518DACB-0394-0016-76BE-E5B78E98B535}"/>
              </a:ext>
            </a:extLst>
          </p:cNvPr>
          <p:cNvCxnSpPr>
            <a:cxnSpLocks/>
            <a:stCxn id="54" idx="2"/>
            <a:endCxn id="65" idx="0"/>
          </p:cNvCxnSpPr>
          <p:nvPr/>
        </p:nvCxnSpPr>
        <p:spPr>
          <a:xfrm>
            <a:off x="3044370" y="3046875"/>
            <a:ext cx="0" cy="26627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2" name="Curved Connector 91">
            <a:extLst>
              <a:ext uri="{FF2B5EF4-FFF2-40B4-BE49-F238E27FC236}">
                <a16:creationId xmlns:a16="http://schemas.microsoft.com/office/drawing/2014/main" id="{097B38B1-F5F8-D78B-6AC9-6FB5D65D8685}"/>
              </a:ext>
            </a:extLst>
          </p:cNvPr>
          <p:cNvCxnSpPr>
            <a:cxnSpLocks/>
            <a:stCxn id="3" idx="1"/>
            <a:endCxn id="65" idx="1"/>
          </p:cNvCxnSpPr>
          <p:nvPr/>
        </p:nvCxnSpPr>
        <p:spPr>
          <a:xfrm rot="10800000">
            <a:off x="2724331" y="3487200"/>
            <a:ext cx="7583" cy="1219857"/>
          </a:xfrm>
          <a:prstGeom prst="curvedConnector3">
            <a:avLst>
              <a:gd name="adj1" fmla="val 4023157"/>
            </a:avLst>
          </a:prstGeom>
          <a:ln>
            <a:solidFill>
              <a:srgbClr val="F6C6AD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6" name="Straight Arrow Connector 115">
            <a:extLst>
              <a:ext uri="{FF2B5EF4-FFF2-40B4-BE49-F238E27FC236}">
                <a16:creationId xmlns:a16="http://schemas.microsoft.com/office/drawing/2014/main" id="{A1901732-CAFD-2EB8-B6FA-A4910252A513}"/>
              </a:ext>
            </a:extLst>
          </p:cNvPr>
          <p:cNvCxnSpPr>
            <a:cxnSpLocks/>
            <a:stCxn id="65" idx="2"/>
            <a:endCxn id="60" idx="0"/>
          </p:cNvCxnSpPr>
          <p:nvPr/>
        </p:nvCxnSpPr>
        <p:spPr>
          <a:xfrm>
            <a:off x="3044370" y="3661246"/>
            <a:ext cx="191" cy="26215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21" name="Straight Arrow Connector 120">
            <a:extLst>
              <a:ext uri="{FF2B5EF4-FFF2-40B4-BE49-F238E27FC236}">
                <a16:creationId xmlns:a16="http://schemas.microsoft.com/office/drawing/2014/main" id="{3A90C0DB-500C-B07B-F4FF-D13115054E49}"/>
              </a:ext>
            </a:extLst>
          </p:cNvPr>
          <p:cNvCxnSpPr>
            <a:cxnSpLocks/>
            <a:stCxn id="60" idx="2"/>
            <a:endCxn id="3" idx="0"/>
          </p:cNvCxnSpPr>
          <p:nvPr/>
        </p:nvCxnSpPr>
        <p:spPr>
          <a:xfrm>
            <a:off x="3044561" y="4271493"/>
            <a:ext cx="7392" cy="26151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grpSp>
        <p:nvGrpSpPr>
          <p:cNvPr id="390" name="Group 389">
            <a:extLst>
              <a:ext uri="{FF2B5EF4-FFF2-40B4-BE49-F238E27FC236}">
                <a16:creationId xmlns:a16="http://schemas.microsoft.com/office/drawing/2014/main" id="{AB90EE6D-993F-9F01-AD26-3CE6E0A3A97F}"/>
              </a:ext>
            </a:extLst>
          </p:cNvPr>
          <p:cNvGrpSpPr/>
          <p:nvPr/>
        </p:nvGrpSpPr>
        <p:grpSpPr>
          <a:xfrm>
            <a:off x="3758099" y="3923574"/>
            <a:ext cx="820763" cy="348095"/>
            <a:chOff x="3758099" y="3923574"/>
            <a:chExt cx="820763" cy="348095"/>
          </a:xfrm>
        </p:grpSpPr>
        <p:sp>
          <p:nvSpPr>
            <p:cNvPr id="127" name="Rectangle 126">
              <a:extLst>
                <a:ext uri="{FF2B5EF4-FFF2-40B4-BE49-F238E27FC236}">
                  <a16:creationId xmlns:a16="http://schemas.microsoft.com/office/drawing/2014/main" id="{48708C6C-8797-A649-E4C2-FEED5278E449}"/>
                </a:ext>
              </a:extLst>
            </p:cNvPr>
            <p:cNvSpPr/>
            <p:nvPr/>
          </p:nvSpPr>
          <p:spPr>
            <a:xfrm>
              <a:off x="3843420" y="3923574"/>
              <a:ext cx="640080" cy="348095"/>
            </a:xfrm>
            <a:prstGeom prst="rect">
              <a:avLst/>
            </a:prstGeom>
            <a:solidFill>
              <a:srgbClr val="F6C6AD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effectLst>
                  <a:outerShdw blurRad="50800" dist="38100" algn="l" rotWithShape="0">
                    <a:prstClr val="black">
                      <a:alpha val="40000"/>
                    </a:prstClr>
                  </a:outerShdw>
                </a:effectLst>
              </a:endParaRPr>
            </a:p>
          </p:txBody>
        </p:sp>
        <p:sp>
          <p:nvSpPr>
            <p:cNvPr id="126" name="TextBox 125">
              <a:extLst>
                <a:ext uri="{FF2B5EF4-FFF2-40B4-BE49-F238E27FC236}">
                  <a16:creationId xmlns:a16="http://schemas.microsoft.com/office/drawing/2014/main" id="{20ABF2D8-5112-C475-BA3F-91084EEA785E}"/>
                </a:ext>
              </a:extLst>
            </p:cNvPr>
            <p:cNvSpPr txBox="1"/>
            <p:nvPr/>
          </p:nvSpPr>
          <p:spPr>
            <a:xfrm>
              <a:off x="3758099" y="3943732"/>
              <a:ext cx="820763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>
                  <a:solidFill>
                    <a:schemeClr val="bg1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&lt;UNDO&gt;</a:t>
              </a:r>
            </a:p>
          </p:txBody>
        </p:sp>
      </p:grpSp>
      <p:cxnSp>
        <p:nvCxnSpPr>
          <p:cNvPr id="132" name="Straight Arrow Connector 131">
            <a:extLst>
              <a:ext uri="{FF2B5EF4-FFF2-40B4-BE49-F238E27FC236}">
                <a16:creationId xmlns:a16="http://schemas.microsoft.com/office/drawing/2014/main" id="{114892C9-7916-6626-A43B-6F67E72D12C3}"/>
              </a:ext>
            </a:extLst>
          </p:cNvPr>
          <p:cNvCxnSpPr>
            <a:cxnSpLocks/>
            <a:stCxn id="65" idx="3"/>
            <a:endCxn id="127" idx="1"/>
          </p:cNvCxnSpPr>
          <p:nvPr/>
        </p:nvCxnSpPr>
        <p:spPr>
          <a:xfrm>
            <a:off x="3364410" y="3487199"/>
            <a:ext cx="479010" cy="61042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38" name="Straight Arrow Connector 137">
            <a:extLst>
              <a:ext uri="{FF2B5EF4-FFF2-40B4-BE49-F238E27FC236}">
                <a16:creationId xmlns:a16="http://schemas.microsoft.com/office/drawing/2014/main" id="{1957B4F5-A439-A4F8-B262-063C1F6F8898}"/>
              </a:ext>
            </a:extLst>
          </p:cNvPr>
          <p:cNvCxnSpPr>
            <a:cxnSpLocks/>
            <a:stCxn id="72" idx="2"/>
            <a:endCxn id="75" idx="0"/>
          </p:cNvCxnSpPr>
          <p:nvPr/>
        </p:nvCxnSpPr>
        <p:spPr>
          <a:xfrm>
            <a:off x="1866667" y="3662615"/>
            <a:ext cx="7026" cy="26046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43" name="Curved Connector 142">
            <a:extLst>
              <a:ext uri="{FF2B5EF4-FFF2-40B4-BE49-F238E27FC236}">
                <a16:creationId xmlns:a16="http://schemas.microsoft.com/office/drawing/2014/main" id="{A71BE7ED-338A-7833-BB81-2CFEA7070B33}"/>
              </a:ext>
            </a:extLst>
          </p:cNvPr>
          <p:cNvCxnSpPr>
            <a:cxnSpLocks/>
            <a:stCxn id="55" idx="1"/>
            <a:endCxn id="72" idx="0"/>
          </p:cNvCxnSpPr>
          <p:nvPr/>
        </p:nvCxnSpPr>
        <p:spPr>
          <a:xfrm rot="10800000" flipV="1">
            <a:off x="1866667" y="2872826"/>
            <a:ext cx="857664" cy="441693"/>
          </a:xfrm>
          <a:prstGeom prst="curved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148" name="Table 147">
            <a:extLst>
              <a:ext uri="{FF2B5EF4-FFF2-40B4-BE49-F238E27FC236}">
                <a16:creationId xmlns:a16="http://schemas.microsoft.com/office/drawing/2014/main" id="{E20D4492-6FBA-1F66-4C6A-4BAA4D9C0BE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34156203"/>
              </p:ext>
            </p:extLst>
          </p:nvPr>
        </p:nvGraphicFramePr>
        <p:xfrm>
          <a:off x="1396592" y="5135995"/>
          <a:ext cx="3426660" cy="2590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85332">
                  <a:extLst>
                    <a:ext uri="{9D8B030D-6E8A-4147-A177-3AD203B41FA5}">
                      <a16:colId xmlns:a16="http://schemas.microsoft.com/office/drawing/2014/main" val="1125551485"/>
                    </a:ext>
                  </a:extLst>
                </a:gridCol>
                <a:gridCol w="685332">
                  <a:extLst>
                    <a:ext uri="{9D8B030D-6E8A-4147-A177-3AD203B41FA5}">
                      <a16:colId xmlns:a16="http://schemas.microsoft.com/office/drawing/2014/main" val="799101235"/>
                    </a:ext>
                  </a:extLst>
                </a:gridCol>
                <a:gridCol w="685332">
                  <a:extLst>
                    <a:ext uri="{9D8B030D-6E8A-4147-A177-3AD203B41FA5}">
                      <a16:colId xmlns:a16="http://schemas.microsoft.com/office/drawing/2014/main" val="1124319696"/>
                    </a:ext>
                  </a:extLst>
                </a:gridCol>
                <a:gridCol w="685332">
                  <a:extLst>
                    <a:ext uri="{9D8B030D-6E8A-4147-A177-3AD203B41FA5}">
                      <a16:colId xmlns:a16="http://schemas.microsoft.com/office/drawing/2014/main" val="2510937503"/>
                    </a:ext>
                  </a:extLst>
                </a:gridCol>
                <a:gridCol w="685332">
                  <a:extLst>
                    <a:ext uri="{9D8B030D-6E8A-4147-A177-3AD203B41FA5}">
                      <a16:colId xmlns:a16="http://schemas.microsoft.com/office/drawing/2014/main" val="2406923614"/>
                    </a:ext>
                  </a:extLst>
                </a:gridCol>
              </a:tblGrid>
              <a:tr h="182880"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It</a:t>
                      </a: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is</a:t>
                      </a: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a</a:t>
                      </a: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strong</a:t>
                      </a: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accept</a:t>
                      </a: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23596755"/>
                  </a:ext>
                </a:extLst>
              </a:tr>
            </a:tbl>
          </a:graphicData>
        </a:graphic>
      </p:graphicFrame>
      <p:sp>
        <p:nvSpPr>
          <p:cNvPr id="149" name="Down Arrow 148">
            <a:extLst>
              <a:ext uri="{FF2B5EF4-FFF2-40B4-BE49-F238E27FC236}">
                <a16:creationId xmlns:a16="http://schemas.microsoft.com/office/drawing/2014/main" id="{B7E71180-1473-5C57-EF7A-232DB8A12DD0}"/>
              </a:ext>
            </a:extLst>
          </p:cNvPr>
          <p:cNvSpPr/>
          <p:nvPr/>
        </p:nvSpPr>
        <p:spPr>
          <a:xfrm>
            <a:off x="1772732" y="4404861"/>
            <a:ext cx="194896" cy="485775"/>
          </a:xfrm>
          <a:prstGeom prst="downArrow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1" name="Rounded Rectangle 150">
            <a:extLst>
              <a:ext uri="{FF2B5EF4-FFF2-40B4-BE49-F238E27FC236}">
                <a16:creationId xmlns:a16="http://schemas.microsoft.com/office/drawing/2014/main" id="{326A6068-B4EE-C287-BDC4-63F67279CE9D}"/>
              </a:ext>
            </a:extLst>
          </p:cNvPr>
          <p:cNvSpPr/>
          <p:nvPr/>
        </p:nvSpPr>
        <p:spPr>
          <a:xfrm>
            <a:off x="5514719" y="1180756"/>
            <a:ext cx="5006959" cy="1816333"/>
          </a:xfrm>
          <a:prstGeom prst="roundRect">
            <a:avLst>
              <a:gd name="adj" fmla="val 7862"/>
            </a:avLst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2" name="Rectangle 151">
            <a:extLst>
              <a:ext uri="{FF2B5EF4-FFF2-40B4-BE49-F238E27FC236}">
                <a16:creationId xmlns:a16="http://schemas.microsoft.com/office/drawing/2014/main" id="{BFE1A941-1B39-EA63-470E-AF5BB012BCAE}"/>
              </a:ext>
            </a:extLst>
          </p:cNvPr>
          <p:cNvSpPr/>
          <p:nvPr/>
        </p:nvSpPr>
        <p:spPr>
          <a:xfrm>
            <a:off x="6702554" y="1803149"/>
            <a:ext cx="273722" cy="274320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3" name="Rectangle 152">
            <a:extLst>
              <a:ext uri="{FF2B5EF4-FFF2-40B4-BE49-F238E27FC236}">
                <a16:creationId xmlns:a16="http://schemas.microsoft.com/office/drawing/2014/main" id="{8ED7DD5C-2AC5-BD4A-F31F-DC77E0D71BC9}"/>
              </a:ext>
            </a:extLst>
          </p:cNvPr>
          <p:cNvSpPr/>
          <p:nvPr/>
        </p:nvSpPr>
        <p:spPr>
          <a:xfrm>
            <a:off x="6979194" y="1803149"/>
            <a:ext cx="273722" cy="274320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4" name="Rectangle 153">
            <a:extLst>
              <a:ext uri="{FF2B5EF4-FFF2-40B4-BE49-F238E27FC236}">
                <a16:creationId xmlns:a16="http://schemas.microsoft.com/office/drawing/2014/main" id="{B7654CE3-C8F7-52EF-577D-C917F91328BD}"/>
              </a:ext>
            </a:extLst>
          </p:cNvPr>
          <p:cNvSpPr/>
          <p:nvPr/>
        </p:nvSpPr>
        <p:spPr>
          <a:xfrm>
            <a:off x="7252916" y="1803149"/>
            <a:ext cx="273722" cy="274320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5" name="Rectangle 154">
            <a:extLst>
              <a:ext uri="{FF2B5EF4-FFF2-40B4-BE49-F238E27FC236}">
                <a16:creationId xmlns:a16="http://schemas.microsoft.com/office/drawing/2014/main" id="{07534E5E-9518-4E99-C658-DABF8AD4C5AA}"/>
              </a:ext>
            </a:extLst>
          </p:cNvPr>
          <p:cNvSpPr/>
          <p:nvPr/>
        </p:nvSpPr>
        <p:spPr>
          <a:xfrm>
            <a:off x="7526638" y="1803149"/>
            <a:ext cx="273722" cy="274320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6" name="Rectangle 155">
            <a:extLst>
              <a:ext uri="{FF2B5EF4-FFF2-40B4-BE49-F238E27FC236}">
                <a16:creationId xmlns:a16="http://schemas.microsoft.com/office/drawing/2014/main" id="{3FBE14AD-5851-3815-96A8-3B51F58F12C1}"/>
              </a:ext>
            </a:extLst>
          </p:cNvPr>
          <p:cNvSpPr/>
          <p:nvPr/>
        </p:nvSpPr>
        <p:spPr>
          <a:xfrm>
            <a:off x="6702554" y="2446682"/>
            <a:ext cx="273722" cy="274320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7" name="Rectangle 156">
            <a:extLst>
              <a:ext uri="{FF2B5EF4-FFF2-40B4-BE49-F238E27FC236}">
                <a16:creationId xmlns:a16="http://schemas.microsoft.com/office/drawing/2014/main" id="{A5F5C695-93AD-4084-BB5B-87AEC2A484F1}"/>
              </a:ext>
            </a:extLst>
          </p:cNvPr>
          <p:cNvSpPr/>
          <p:nvPr/>
        </p:nvSpPr>
        <p:spPr>
          <a:xfrm>
            <a:off x="6979194" y="2446682"/>
            <a:ext cx="273722" cy="274320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8" name="Rectangle 157">
            <a:extLst>
              <a:ext uri="{FF2B5EF4-FFF2-40B4-BE49-F238E27FC236}">
                <a16:creationId xmlns:a16="http://schemas.microsoft.com/office/drawing/2014/main" id="{F99EF49A-AFC1-9767-2696-5FEF18978350}"/>
              </a:ext>
            </a:extLst>
          </p:cNvPr>
          <p:cNvSpPr/>
          <p:nvPr/>
        </p:nvSpPr>
        <p:spPr>
          <a:xfrm>
            <a:off x="7252916" y="2446682"/>
            <a:ext cx="273722" cy="274320"/>
          </a:xfrm>
          <a:prstGeom prst="rect">
            <a:avLst/>
          </a:prstGeom>
          <a:solidFill>
            <a:srgbClr val="FF7E79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9" name="Rectangle 158">
            <a:extLst>
              <a:ext uri="{FF2B5EF4-FFF2-40B4-BE49-F238E27FC236}">
                <a16:creationId xmlns:a16="http://schemas.microsoft.com/office/drawing/2014/main" id="{35142F2E-877D-5A8B-20AF-2176536BE92B}"/>
              </a:ext>
            </a:extLst>
          </p:cNvPr>
          <p:cNvSpPr/>
          <p:nvPr/>
        </p:nvSpPr>
        <p:spPr>
          <a:xfrm>
            <a:off x="8018960" y="2115685"/>
            <a:ext cx="273722" cy="274320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0" name="Rectangle 159">
            <a:extLst>
              <a:ext uri="{FF2B5EF4-FFF2-40B4-BE49-F238E27FC236}">
                <a16:creationId xmlns:a16="http://schemas.microsoft.com/office/drawing/2014/main" id="{28B01D48-05EB-A37B-5A51-D5FFC8D583C4}"/>
              </a:ext>
            </a:extLst>
          </p:cNvPr>
          <p:cNvSpPr/>
          <p:nvPr/>
        </p:nvSpPr>
        <p:spPr>
          <a:xfrm>
            <a:off x="8295600" y="2115685"/>
            <a:ext cx="273722" cy="274320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1" name="Rectangle 160">
            <a:extLst>
              <a:ext uri="{FF2B5EF4-FFF2-40B4-BE49-F238E27FC236}">
                <a16:creationId xmlns:a16="http://schemas.microsoft.com/office/drawing/2014/main" id="{B7D53951-A650-CB30-134E-FAFDF05F556B}"/>
              </a:ext>
            </a:extLst>
          </p:cNvPr>
          <p:cNvSpPr/>
          <p:nvPr/>
        </p:nvSpPr>
        <p:spPr>
          <a:xfrm>
            <a:off x="8569322" y="2115685"/>
            <a:ext cx="273722" cy="274320"/>
          </a:xfrm>
          <a:prstGeom prst="rect">
            <a:avLst/>
          </a:prstGeom>
          <a:solidFill>
            <a:srgbClr val="FF7E79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2" name="Rectangle 161">
            <a:extLst>
              <a:ext uri="{FF2B5EF4-FFF2-40B4-BE49-F238E27FC236}">
                <a16:creationId xmlns:a16="http://schemas.microsoft.com/office/drawing/2014/main" id="{0B45C569-386C-2C64-B251-15F5AA524747}"/>
              </a:ext>
            </a:extLst>
          </p:cNvPr>
          <p:cNvSpPr/>
          <p:nvPr/>
        </p:nvSpPr>
        <p:spPr>
          <a:xfrm>
            <a:off x="9387989" y="2112264"/>
            <a:ext cx="273722" cy="27432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63" name="Straight Connector 162">
            <a:extLst>
              <a:ext uri="{FF2B5EF4-FFF2-40B4-BE49-F238E27FC236}">
                <a16:creationId xmlns:a16="http://schemas.microsoft.com/office/drawing/2014/main" id="{AEB0A7B0-86F8-639E-E1DE-332FF5FBEECE}"/>
              </a:ext>
            </a:extLst>
          </p:cNvPr>
          <p:cNvCxnSpPr>
            <a:stCxn id="152" idx="2"/>
            <a:endCxn id="156" idx="0"/>
          </p:cNvCxnSpPr>
          <p:nvPr/>
        </p:nvCxnSpPr>
        <p:spPr>
          <a:xfrm>
            <a:off x="6839415" y="2077469"/>
            <a:ext cx="0" cy="369213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prstDash val="sysDash"/>
            <a:headEnd type="arrow" w="sm" len="sm"/>
            <a:tailEnd type="arrow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4" name="Straight Connector 163">
            <a:extLst>
              <a:ext uri="{FF2B5EF4-FFF2-40B4-BE49-F238E27FC236}">
                <a16:creationId xmlns:a16="http://schemas.microsoft.com/office/drawing/2014/main" id="{1D62647F-F3BA-63EA-3542-41D22D52FEE4}"/>
              </a:ext>
            </a:extLst>
          </p:cNvPr>
          <p:cNvCxnSpPr>
            <a:cxnSpLocks/>
            <a:stCxn id="153" idx="2"/>
            <a:endCxn id="157" idx="0"/>
          </p:cNvCxnSpPr>
          <p:nvPr/>
        </p:nvCxnSpPr>
        <p:spPr>
          <a:xfrm>
            <a:off x="7116055" y="2077469"/>
            <a:ext cx="0" cy="369213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prstDash val="sysDash"/>
            <a:headEnd type="arrow" w="sm" len="sm"/>
            <a:tailEnd type="arrow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5" name="Rectangle 164">
            <a:extLst>
              <a:ext uri="{FF2B5EF4-FFF2-40B4-BE49-F238E27FC236}">
                <a16:creationId xmlns:a16="http://schemas.microsoft.com/office/drawing/2014/main" id="{F4AAAFE6-F6E3-23AB-7E0F-DFF1934D767B}"/>
              </a:ext>
            </a:extLst>
          </p:cNvPr>
          <p:cNvSpPr/>
          <p:nvPr/>
        </p:nvSpPr>
        <p:spPr>
          <a:xfrm>
            <a:off x="9663171" y="2112264"/>
            <a:ext cx="273722" cy="274320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6" name="Rectangle 165">
            <a:extLst>
              <a:ext uri="{FF2B5EF4-FFF2-40B4-BE49-F238E27FC236}">
                <a16:creationId xmlns:a16="http://schemas.microsoft.com/office/drawing/2014/main" id="{8A3D4CA0-6528-1DB2-FAF2-6C856A93857E}"/>
              </a:ext>
            </a:extLst>
          </p:cNvPr>
          <p:cNvSpPr/>
          <p:nvPr/>
        </p:nvSpPr>
        <p:spPr>
          <a:xfrm>
            <a:off x="9936893" y="2112264"/>
            <a:ext cx="273722" cy="274320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7" name="Rounded Rectangle 166">
            <a:extLst>
              <a:ext uri="{FF2B5EF4-FFF2-40B4-BE49-F238E27FC236}">
                <a16:creationId xmlns:a16="http://schemas.microsoft.com/office/drawing/2014/main" id="{881EB83B-3747-523B-BFF1-1DF13D7A8C52}"/>
              </a:ext>
            </a:extLst>
          </p:cNvPr>
          <p:cNvSpPr/>
          <p:nvPr/>
        </p:nvSpPr>
        <p:spPr>
          <a:xfrm>
            <a:off x="6661144" y="2402116"/>
            <a:ext cx="630264" cy="371959"/>
          </a:xfrm>
          <a:prstGeom prst="roundRect">
            <a:avLst/>
          </a:prstGeom>
          <a:noFill/>
          <a:ln w="12700">
            <a:solidFill>
              <a:schemeClr val="tx1">
                <a:lumMod val="50000"/>
                <a:lumOff val="50000"/>
              </a:schemeClr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8" name="Rounded Rectangle 167">
            <a:extLst>
              <a:ext uri="{FF2B5EF4-FFF2-40B4-BE49-F238E27FC236}">
                <a16:creationId xmlns:a16="http://schemas.microsoft.com/office/drawing/2014/main" id="{EFDF073C-4F5A-39DB-FD24-7C8CD24FB26D}"/>
              </a:ext>
            </a:extLst>
          </p:cNvPr>
          <p:cNvSpPr/>
          <p:nvPr/>
        </p:nvSpPr>
        <p:spPr>
          <a:xfrm>
            <a:off x="7211506" y="1753742"/>
            <a:ext cx="630264" cy="371959"/>
          </a:xfrm>
          <a:prstGeom prst="roundRect">
            <a:avLst/>
          </a:prstGeom>
          <a:noFill/>
          <a:ln w="12700">
            <a:solidFill>
              <a:schemeClr val="tx1">
                <a:lumMod val="50000"/>
                <a:lumOff val="50000"/>
              </a:schemeClr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9" name="Rounded Rectangle 168">
            <a:extLst>
              <a:ext uri="{FF2B5EF4-FFF2-40B4-BE49-F238E27FC236}">
                <a16:creationId xmlns:a16="http://schemas.microsoft.com/office/drawing/2014/main" id="{CB4C0B1B-B388-48C0-B551-6AD2C12A278D}"/>
              </a:ext>
            </a:extLst>
          </p:cNvPr>
          <p:cNvSpPr/>
          <p:nvPr/>
        </p:nvSpPr>
        <p:spPr>
          <a:xfrm>
            <a:off x="7976088" y="2071119"/>
            <a:ext cx="630264" cy="371959"/>
          </a:xfrm>
          <a:prstGeom prst="roundRect">
            <a:avLst/>
          </a:prstGeom>
          <a:noFill/>
          <a:ln w="12700">
            <a:solidFill>
              <a:schemeClr val="tx1">
                <a:lumMod val="50000"/>
                <a:lumOff val="50000"/>
              </a:schemeClr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0" name="Rounded Rectangle 169">
            <a:extLst>
              <a:ext uri="{FF2B5EF4-FFF2-40B4-BE49-F238E27FC236}">
                <a16:creationId xmlns:a16="http://schemas.microsoft.com/office/drawing/2014/main" id="{52756B47-4A45-324B-2890-25E1FE67762B}"/>
              </a:ext>
            </a:extLst>
          </p:cNvPr>
          <p:cNvSpPr/>
          <p:nvPr/>
        </p:nvSpPr>
        <p:spPr>
          <a:xfrm>
            <a:off x="9621761" y="2074860"/>
            <a:ext cx="630264" cy="371959"/>
          </a:xfrm>
          <a:prstGeom prst="roundRect">
            <a:avLst/>
          </a:prstGeom>
          <a:noFill/>
          <a:ln w="12700">
            <a:solidFill>
              <a:schemeClr val="tx1">
                <a:lumMod val="50000"/>
                <a:lumOff val="50000"/>
              </a:schemeClr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1" name="Rectangle 170">
            <a:extLst>
              <a:ext uri="{FF2B5EF4-FFF2-40B4-BE49-F238E27FC236}">
                <a16:creationId xmlns:a16="http://schemas.microsoft.com/office/drawing/2014/main" id="{6E15FFB0-29EF-EEB4-63DB-DAE1E823EE49}"/>
              </a:ext>
            </a:extLst>
          </p:cNvPr>
          <p:cNvSpPr/>
          <p:nvPr/>
        </p:nvSpPr>
        <p:spPr>
          <a:xfrm>
            <a:off x="3714209" y="1502597"/>
            <a:ext cx="273722" cy="274320"/>
          </a:xfrm>
          <a:prstGeom prst="rect">
            <a:avLst/>
          </a:prstGeom>
          <a:solidFill>
            <a:srgbClr val="FF7E79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2" name="TextBox 171">
            <a:extLst>
              <a:ext uri="{FF2B5EF4-FFF2-40B4-BE49-F238E27FC236}">
                <a16:creationId xmlns:a16="http://schemas.microsoft.com/office/drawing/2014/main" id="{DBA8FFF2-2E58-BD9E-26AE-C23C0CA3E582}"/>
              </a:ext>
            </a:extLst>
          </p:cNvPr>
          <p:cNvSpPr txBox="1"/>
          <p:nvPr/>
        </p:nvSpPr>
        <p:spPr>
          <a:xfrm>
            <a:off x="3987931" y="1493863"/>
            <a:ext cx="104887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Times New Roman" panose="020206030504050203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Error Token</a:t>
            </a:r>
          </a:p>
        </p:txBody>
      </p:sp>
      <p:sp>
        <p:nvSpPr>
          <p:cNvPr id="173" name="Rectangle 172">
            <a:extLst>
              <a:ext uri="{FF2B5EF4-FFF2-40B4-BE49-F238E27FC236}">
                <a16:creationId xmlns:a16="http://schemas.microsoft.com/office/drawing/2014/main" id="{FA76AE87-2719-C7B8-E9B3-A31E18546D98}"/>
              </a:ext>
            </a:extLst>
          </p:cNvPr>
          <p:cNvSpPr/>
          <p:nvPr/>
        </p:nvSpPr>
        <p:spPr>
          <a:xfrm>
            <a:off x="3716610" y="1967579"/>
            <a:ext cx="273722" cy="27432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4" name="TextBox 173">
            <a:extLst>
              <a:ext uri="{FF2B5EF4-FFF2-40B4-BE49-F238E27FC236}">
                <a16:creationId xmlns:a16="http://schemas.microsoft.com/office/drawing/2014/main" id="{5B5F55C9-F2B3-CB44-8235-3F381C4F4C96}"/>
              </a:ext>
            </a:extLst>
          </p:cNvPr>
          <p:cNvSpPr txBox="1"/>
          <p:nvPr/>
        </p:nvSpPr>
        <p:spPr>
          <a:xfrm>
            <a:off x="3990332" y="1958845"/>
            <a:ext cx="140153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Times New Roman" panose="020206030504050203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Undo Token</a:t>
            </a:r>
          </a:p>
        </p:txBody>
      </p:sp>
      <p:sp>
        <p:nvSpPr>
          <p:cNvPr id="175" name="TextBox 174">
            <a:extLst>
              <a:ext uri="{FF2B5EF4-FFF2-40B4-BE49-F238E27FC236}">
                <a16:creationId xmlns:a16="http://schemas.microsoft.com/office/drawing/2014/main" id="{F5FFE4E0-82E7-28CF-3614-6C9AA3938AB4}"/>
              </a:ext>
            </a:extLst>
          </p:cNvPr>
          <p:cNvSpPr txBox="1"/>
          <p:nvPr/>
        </p:nvSpPr>
        <p:spPr>
          <a:xfrm>
            <a:off x="5687157" y="1794415"/>
            <a:ext cx="96960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i="1" dirty="0">
                <a:latin typeface="Times New Roman" panose="020206030504050203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Reference</a:t>
            </a:r>
          </a:p>
        </p:txBody>
      </p:sp>
      <p:sp>
        <p:nvSpPr>
          <p:cNvPr id="176" name="TextBox 175">
            <a:extLst>
              <a:ext uri="{FF2B5EF4-FFF2-40B4-BE49-F238E27FC236}">
                <a16:creationId xmlns:a16="http://schemas.microsoft.com/office/drawing/2014/main" id="{D9C8BA4A-C72B-432E-5CFD-344621298CC8}"/>
              </a:ext>
            </a:extLst>
          </p:cNvPr>
          <p:cNvSpPr txBox="1"/>
          <p:nvPr/>
        </p:nvSpPr>
        <p:spPr>
          <a:xfrm>
            <a:off x="5687157" y="2428170"/>
            <a:ext cx="97106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i="1" dirty="0">
                <a:latin typeface="Times New Roman" panose="020206030504050203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Generated</a:t>
            </a:r>
          </a:p>
        </p:txBody>
      </p:sp>
      <p:sp>
        <p:nvSpPr>
          <p:cNvPr id="177" name="TextBox 176">
            <a:extLst>
              <a:ext uri="{FF2B5EF4-FFF2-40B4-BE49-F238E27FC236}">
                <a16:creationId xmlns:a16="http://schemas.microsoft.com/office/drawing/2014/main" id="{0B4C342D-CD85-BC5D-10C3-0C830F8C4E7A}"/>
              </a:ext>
            </a:extLst>
          </p:cNvPr>
          <p:cNvSpPr txBox="1"/>
          <p:nvPr/>
        </p:nvSpPr>
        <p:spPr>
          <a:xfrm>
            <a:off x="8793920" y="2602594"/>
            <a:ext cx="102303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i="1" dirty="0">
                <a:latin typeface="Times New Roman" panose="020206030504050203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Augmented</a:t>
            </a:r>
          </a:p>
        </p:txBody>
      </p:sp>
      <p:sp>
        <p:nvSpPr>
          <p:cNvPr id="178" name="TextBox 177">
            <a:extLst>
              <a:ext uri="{FF2B5EF4-FFF2-40B4-BE49-F238E27FC236}">
                <a16:creationId xmlns:a16="http://schemas.microsoft.com/office/drawing/2014/main" id="{C96AC606-7BAF-B099-3F0D-133075DBA0C3}"/>
              </a:ext>
            </a:extLst>
          </p:cNvPr>
          <p:cNvSpPr txBox="1"/>
          <p:nvPr/>
        </p:nvSpPr>
        <p:spPr>
          <a:xfrm>
            <a:off x="6043700" y="1258286"/>
            <a:ext cx="384514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(b.1) Sequence Augmentation</a:t>
            </a:r>
          </a:p>
        </p:txBody>
      </p:sp>
      <p:cxnSp>
        <p:nvCxnSpPr>
          <p:cNvPr id="179" name="Elbow Connector 178">
            <a:extLst>
              <a:ext uri="{FF2B5EF4-FFF2-40B4-BE49-F238E27FC236}">
                <a16:creationId xmlns:a16="http://schemas.microsoft.com/office/drawing/2014/main" id="{385D372D-3BDB-EEE9-0DD0-AF12EC439311}"/>
              </a:ext>
            </a:extLst>
          </p:cNvPr>
          <p:cNvCxnSpPr>
            <a:cxnSpLocks/>
            <a:stCxn id="168" idx="3"/>
            <a:endCxn id="170" idx="0"/>
          </p:cNvCxnSpPr>
          <p:nvPr/>
        </p:nvCxnSpPr>
        <p:spPr>
          <a:xfrm>
            <a:off x="7841770" y="1939722"/>
            <a:ext cx="2095123" cy="135138"/>
          </a:xfrm>
          <a:prstGeom prst="bentConnector2">
            <a:avLst/>
          </a:prstGeom>
          <a:ln>
            <a:solidFill>
              <a:schemeClr val="tx2">
                <a:lumMod val="25000"/>
                <a:lumOff val="75000"/>
              </a:schemeClr>
            </a:solidFill>
            <a:prstDash val="sys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0" name="Elbow Connector 179">
            <a:extLst>
              <a:ext uri="{FF2B5EF4-FFF2-40B4-BE49-F238E27FC236}">
                <a16:creationId xmlns:a16="http://schemas.microsoft.com/office/drawing/2014/main" id="{AEE38136-9FEF-1CFE-CA5E-B53FB84A249C}"/>
              </a:ext>
            </a:extLst>
          </p:cNvPr>
          <p:cNvCxnSpPr>
            <a:cxnSpLocks/>
            <a:stCxn id="167" idx="0"/>
            <a:endCxn id="169" idx="1"/>
          </p:cNvCxnSpPr>
          <p:nvPr/>
        </p:nvCxnSpPr>
        <p:spPr>
          <a:xfrm rot="5400000" flipH="1" flipV="1">
            <a:off x="7403674" y="1829702"/>
            <a:ext cx="145017" cy="999812"/>
          </a:xfrm>
          <a:prstGeom prst="bentConnector2">
            <a:avLst/>
          </a:prstGeom>
          <a:ln>
            <a:solidFill>
              <a:schemeClr val="tx2">
                <a:lumMod val="25000"/>
                <a:lumOff val="75000"/>
              </a:schemeClr>
            </a:solidFill>
            <a:prstDash val="sys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1" name="Elbow Connector 180">
            <a:extLst>
              <a:ext uri="{FF2B5EF4-FFF2-40B4-BE49-F238E27FC236}">
                <a16:creationId xmlns:a16="http://schemas.microsoft.com/office/drawing/2014/main" id="{C2804D38-CE6D-5944-2DBF-83AECA44DDD3}"/>
              </a:ext>
            </a:extLst>
          </p:cNvPr>
          <p:cNvCxnSpPr>
            <a:cxnSpLocks/>
            <a:stCxn id="185" idx="3"/>
            <a:endCxn id="162" idx="2"/>
          </p:cNvCxnSpPr>
          <p:nvPr/>
        </p:nvCxnSpPr>
        <p:spPr>
          <a:xfrm flipV="1">
            <a:off x="7800359" y="2386584"/>
            <a:ext cx="1724491" cy="201168"/>
          </a:xfrm>
          <a:prstGeom prst="bentConnector2">
            <a:avLst/>
          </a:prstGeom>
          <a:ln>
            <a:solidFill>
              <a:schemeClr val="accent2">
                <a:lumMod val="60000"/>
                <a:lumOff val="40000"/>
              </a:schemeClr>
            </a:solidFill>
            <a:prstDash val="sys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2" name="Elbow Connector 181">
            <a:extLst>
              <a:ext uri="{FF2B5EF4-FFF2-40B4-BE49-F238E27FC236}">
                <a16:creationId xmlns:a16="http://schemas.microsoft.com/office/drawing/2014/main" id="{2F4F76D3-6244-1F9D-3120-0D85D907EE89}"/>
              </a:ext>
            </a:extLst>
          </p:cNvPr>
          <p:cNvCxnSpPr>
            <a:cxnSpLocks/>
            <a:stCxn id="185" idx="3"/>
            <a:endCxn id="161" idx="2"/>
          </p:cNvCxnSpPr>
          <p:nvPr/>
        </p:nvCxnSpPr>
        <p:spPr>
          <a:xfrm flipV="1">
            <a:off x="7800359" y="2390005"/>
            <a:ext cx="905824" cy="197747"/>
          </a:xfrm>
          <a:prstGeom prst="bentConnector2">
            <a:avLst/>
          </a:prstGeom>
          <a:ln>
            <a:solidFill>
              <a:srgbClr val="FF7E79"/>
            </a:solidFill>
            <a:prstDash val="sys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5" name="Rectangle 184">
            <a:extLst>
              <a:ext uri="{FF2B5EF4-FFF2-40B4-BE49-F238E27FC236}">
                <a16:creationId xmlns:a16="http://schemas.microsoft.com/office/drawing/2014/main" id="{39DCCA9B-1856-9A86-6EAF-084F5CEB576A}"/>
              </a:ext>
            </a:extLst>
          </p:cNvPr>
          <p:cNvSpPr/>
          <p:nvPr/>
        </p:nvSpPr>
        <p:spPr>
          <a:xfrm>
            <a:off x="7526637" y="2450592"/>
            <a:ext cx="273722" cy="274320"/>
          </a:xfrm>
          <a:prstGeom prst="rect">
            <a:avLst/>
          </a:prstGeom>
          <a:solidFill>
            <a:srgbClr val="FF7E79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8" name="Rectangle 187">
            <a:extLst>
              <a:ext uri="{FF2B5EF4-FFF2-40B4-BE49-F238E27FC236}">
                <a16:creationId xmlns:a16="http://schemas.microsoft.com/office/drawing/2014/main" id="{0C6B9B91-395F-7136-CF2A-4AC6EDBEF4C6}"/>
              </a:ext>
            </a:extLst>
          </p:cNvPr>
          <p:cNvSpPr/>
          <p:nvPr/>
        </p:nvSpPr>
        <p:spPr>
          <a:xfrm>
            <a:off x="8842665" y="2112264"/>
            <a:ext cx="273722" cy="274320"/>
          </a:xfrm>
          <a:prstGeom prst="rect">
            <a:avLst/>
          </a:prstGeom>
          <a:solidFill>
            <a:srgbClr val="FF7E79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9" name="Rectangle 188">
            <a:extLst>
              <a:ext uri="{FF2B5EF4-FFF2-40B4-BE49-F238E27FC236}">
                <a16:creationId xmlns:a16="http://schemas.microsoft.com/office/drawing/2014/main" id="{407F1E6F-5C34-1550-73E9-2803F4C7144B}"/>
              </a:ext>
            </a:extLst>
          </p:cNvPr>
          <p:cNvSpPr/>
          <p:nvPr/>
        </p:nvSpPr>
        <p:spPr>
          <a:xfrm>
            <a:off x="9113236" y="2108264"/>
            <a:ext cx="273722" cy="27432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1" name="Rectangle 200">
            <a:extLst>
              <a:ext uri="{FF2B5EF4-FFF2-40B4-BE49-F238E27FC236}">
                <a16:creationId xmlns:a16="http://schemas.microsoft.com/office/drawing/2014/main" id="{E1FD45D7-1C8C-A149-1270-4CDF0918787B}"/>
              </a:ext>
            </a:extLst>
          </p:cNvPr>
          <p:cNvSpPr/>
          <p:nvPr/>
        </p:nvSpPr>
        <p:spPr>
          <a:xfrm>
            <a:off x="3717034" y="2441295"/>
            <a:ext cx="273722" cy="27432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2" name="TextBox 201">
            <a:extLst>
              <a:ext uri="{FF2B5EF4-FFF2-40B4-BE49-F238E27FC236}">
                <a16:creationId xmlns:a16="http://schemas.microsoft.com/office/drawing/2014/main" id="{0616F7CB-87CF-5CAD-4AE1-F967B55ED48A}"/>
              </a:ext>
            </a:extLst>
          </p:cNvPr>
          <p:cNvSpPr txBox="1"/>
          <p:nvPr/>
        </p:nvSpPr>
        <p:spPr>
          <a:xfrm>
            <a:off x="3990756" y="2432561"/>
            <a:ext cx="81464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latin typeface="Times New Roman" panose="020206030504050203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Masking</a:t>
            </a:r>
          </a:p>
        </p:txBody>
      </p:sp>
      <p:grpSp>
        <p:nvGrpSpPr>
          <p:cNvPr id="389" name="Group 388">
            <a:extLst>
              <a:ext uri="{FF2B5EF4-FFF2-40B4-BE49-F238E27FC236}">
                <a16:creationId xmlns:a16="http://schemas.microsoft.com/office/drawing/2014/main" id="{76A9F60F-EB05-AFCC-7DA2-62ED8F6301E9}"/>
              </a:ext>
            </a:extLst>
          </p:cNvPr>
          <p:cNvGrpSpPr/>
          <p:nvPr/>
        </p:nvGrpSpPr>
        <p:grpSpPr>
          <a:xfrm>
            <a:off x="5514719" y="3126574"/>
            <a:ext cx="2532108" cy="2536127"/>
            <a:chOff x="5514719" y="3126574"/>
            <a:chExt cx="2532108" cy="2536127"/>
          </a:xfrm>
        </p:grpSpPr>
        <p:sp>
          <p:nvSpPr>
            <p:cNvPr id="286" name="Rounded Rectangle 285">
              <a:extLst>
                <a:ext uri="{FF2B5EF4-FFF2-40B4-BE49-F238E27FC236}">
                  <a16:creationId xmlns:a16="http://schemas.microsoft.com/office/drawing/2014/main" id="{A6CF1407-43B3-C1F4-13E6-A262E7C2A114}"/>
                </a:ext>
              </a:extLst>
            </p:cNvPr>
            <p:cNvSpPr/>
            <p:nvPr/>
          </p:nvSpPr>
          <p:spPr>
            <a:xfrm>
              <a:off x="5514720" y="3126574"/>
              <a:ext cx="2532107" cy="2536127"/>
            </a:xfrm>
            <a:prstGeom prst="roundRect">
              <a:avLst>
                <a:gd name="adj" fmla="val 7862"/>
              </a:avLst>
            </a:prstGeom>
            <a:solidFill>
              <a:schemeClr val="bg1">
                <a:lumMod val="95000"/>
              </a:schemeClr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87" name="TextBox 286">
              <a:extLst>
                <a:ext uri="{FF2B5EF4-FFF2-40B4-BE49-F238E27FC236}">
                  <a16:creationId xmlns:a16="http://schemas.microsoft.com/office/drawing/2014/main" id="{ED0F4030-5970-0F76-FAEB-8931C375A320}"/>
                </a:ext>
              </a:extLst>
            </p:cNvPr>
            <p:cNvSpPr txBox="1"/>
            <p:nvPr/>
          </p:nvSpPr>
          <p:spPr>
            <a:xfrm>
              <a:off x="5514719" y="3216529"/>
              <a:ext cx="2532107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(b.2) Masked SFT</a:t>
              </a:r>
            </a:p>
          </p:txBody>
        </p:sp>
        <p:sp>
          <p:nvSpPr>
            <p:cNvPr id="288" name="Rectangle 287">
              <a:extLst>
                <a:ext uri="{FF2B5EF4-FFF2-40B4-BE49-F238E27FC236}">
                  <a16:creationId xmlns:a16="http://schemas.microsoft.com/office/drawing/2014/main" id="{0F3B2B01-E975-AF9C-2F4A-6B73EB399A6A}"/>
                </a:ext>
              </a:extLst>
            </p:cNvPr>
            <p:cNvSpPr/>
            <p:nvPr/>
          </p:nvSpPr>
          <p:spPr>
            <a:xfrm>
              <a:off x="5711438" y="3675891"/>
              <a:ext cx="273722" cy="274320"/>
            </a:xfrm>
            <a:prstGeom prst="rect">
              <a:avLst/>
            </a:prstGeom>
            <a:solidFill>
              <a:schemeClr val="tx2">
                <a:lumMod val="25000"/>
                <a:lumOff val="7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9" name="Rectangle 288">
              <a:extLst>
                <a:ext uri="{FF2B5EF4-FFF2-40B4-BE49-F238E27FC236}">
                  <a16:creationId xmlns:a16="http://schemas.microsoft.com/office/drawing/2014/main" id="{20D828C4-75A7-9E58-B877-AF118EDB820A}"/>
                </a:ext>
              </a:extLst>
            </p:cNvPr>
            <p:cNvSpPr/>
            <p:nvPr/>
          </p:nvSpPr>
          <p:spPr>
            <a:xfrm>
              <a:off x="5988078" y="3675891"/>
              <a:ext cx="273722" cy="274320"/>
            </a:xfrm>
            <a:prstGeom prst="rect">
              <a:avLst/>
            </a:prstGeom>
            <a:solidFill>
              <a:schemeClr val="tx2">
                <a:lumMod val="25000"/>
                <a:lumOff val="7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0" name="Rectangle 289">
              <a:extLst>
                <a:ext uri="{FF2B5EF4-FFF2-40B4-BE49-F238E27FC236}">
                  <a16:creationId xmlns:a16="http://schemas.microsoft.com/office/drawing/2014/main" id="{F2C6663F-83F3-8B1D-6ECC-13D9458DAB95}"/>
                </a:ext>
              </a:extLst>
            </p:cNvPr>
            <p:cNvSpPr/>
            <p:nvPr/>
          </p:nvSpPr>
          <p:spPr>
            <a:xfrm>
              <a:off x="6261800" y="3675891"/>
              <a:ext cx="273722" cy="274320"/>
            </a:xfrm>
            <a:prstGeom prst="rect">
              <a:avLst/>
            </a:prstGeom>
            <a:solidFill>
              <a:srgbClr val="FF7E79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1" name="Rectangle 290">
              <a:extLst>
                <a:ext uri="{FF2B5EF4-FFF2-40B4-BE49-F238E27FC236}">
                  <a16:creationId xmlns:a16="http://schemas.microsoft.com/office/drawing/2014/main" id="{96B8DE49-DE58-52E2-E0D6-B846863500BC}"/>
                </a:ext>
              </a:extLst>
            </p:cNvPr>
            <p:cNvSpPr/>
            <p:nvPr/>
          </p:nvSpPr>
          <p:spPr>
            <a:xfrm>
              <a:off x="7080467" y="3672470"/>
              <a:ext cx="273722" cy="274320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2" name="Rectangle 291">
              <a:extLst>
                <a:ext uri="{FF2B5EF4-FFF2-40B4-BE49-F238E27FC236}">
                  <a16:creationId xmlns:a16="http://schemas.microsoft.com/office/drawing/2014/main" id="{2EEBC367-2624-8525-A959-041DF6C20892}"/>
                </a:ext>
              </a:extLst>
            </p:cNvPr>
            <p:cNvSpPr/>
            <p:nvPr/>
          </p:nvSpPr>
          <p:spPr>
            <a:xfrm>
              <a:off x="7355649" y="3672470"/>
              <a:ext cx="273722" cy="274320"/>
            </a:xfrm>
            <a:prstGeom prst="rect">
              <a:avLst/>
            </a:prstGeom>
            <a:solidFill>
              <a:schemeClr val="tx2">
                <a:lumMod val="25000"/>
                <a:lumOff val="7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3" name="Rectangle 292">
              <a:extLst>
                <a:ext uri="{FF2B5EF4-FFF2-40B4-BE49-F238E27FC236}">
                  <a16:creationId xmlns:a16="http://schemas.microsoft.com/office/drawing/2014/main" id="{95C93DE3-7D25-C5BF-C9F4-3CB4D9F9CD73}"/>
                </a:ext>
              </a:extLst>
            </p:cNvPr>
            <p:cNvSpPr/>
            <p:nvPr/>
          </p:nvSpPr>
          <p:spPr>
            <a:xfrm>
              <a:off x="7629371" y="3672470"/>
              <a:ext cx="273722" cy="274320"/>
            </a:xfrm>
            <a:prstGeom prst="rect">
              <a:avLst/>
            </a:prstGeom>
            <a:solidFill>
              <a:schemeClr val="tx2">
                <a:lumMod val="25000"/>
                <a:lumOff val="7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4" name="Rectangle 293">
              <a:extLst>
                <a:ext uri="{FF2B5EF4-FFF2-40B4-BE49-F238E27FC236}">
                  <a16:creationId xmlns:a16="http://schemas.microsoft.com/office/drawing/2014/main" id="{A9FAA44C-313D-5C7B-4D44-7F44A1C6F393}"/>
                </a:ext>
              </a:extLst>
            </p:cNvPr>
            <p:cNvSpPr/>
            <p:nvPr/>
          </p:nvSpPr>
          <p:spPr>
            <a:xfrm>
              <a:off x="6535143" y="3672470"/>
              <a:ext cx="273722" cy="274320"/>
            </a:xfrm>
            <a:prstGeom prst="rect">
              <a:avLst/>
            </a:prstGeom>
            <a:solidFill>
              <a:srgbClr val="FF7E79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5" name="Rectangle 294">
              <a:extLst>
                <a:ext uri="{FF2B5EF4-FFF2-40B4-BE49-F238E27FC236}">
                  <a16:creationId xmlns:a16="http://schemas.microsoft.com/office/drawing/2014/main" id="{7B8B7AF6-4C85-910A-7DF5-CE0BEED0BEB4}"/>
                </a:ext>
              </a:extLst>
            </p:cNvPr>
            <p:cNvSpPr/>
            <p:nvPr/>
          </p:nvSpPr>
          <p:spPr>
            <a:xfrm>
              <a:off x="6805714" y="3668470"/>
              <a:ext cx="273722" cy="274320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296" name="Group 295">
              <a:extLst>
                <a:ext uri="{FF2B5EF4-FFF2-40B4-BE49-F238E27FC236}">
                  <a16:creationId xmlns:a16="http://schemas.microsoft.com/office/drawing/2014/main" id="{4C808225-B733-B6E9-68D9-F6D640167F1E}"/>
                </a:ext>
              </a:extLst>
            </p:cNvPr>
            <p:cNvGrpSpPr/>
            <p:nvPr/>
          </p:nvGrpSpPr>
          <p:grpSpPr>
            <a:xfrm>
              <a:off x="5711438" y="4373373"/>
              <a:ext cx="2191655" cy="281741"/>
              <a:chOff x="610951" y="5366792"/>
              <a:chExt cx="2191655" cy="281741"/>
            </a:xfrm>
          </p:grpSpPr>
          <p:sp>
            <p:nvSpPr>
              <p:cNvPr id="297" name="Rectangle 296">
                <a:extLst>
                  <a:ext uri="{FF2B5EF4-FFF2-40B4-BE49-F238E27FC236}">
                    <a16:creationId xmlns:a16="http://schemas.microsoft.com/office/drawing/2014/main" id="{7C8BE459-BDA2-2721-C838-EC87D2BFA5A6}"/>
                  </a:ext>
                </a:extLst>
              </p:cNvPr>
              <p:cNvSpPr/>
              <p:nvPr/>
            </p:nvSpPr>
            <p:spPr>
              <a:xfrm>
                <a:off x="610951" y="5374213"/>
                <a:ext cx="273722" cy="274320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98" name="Rectangle 297">
                <a:extLst>
                  <a:ext uri="{FF2B5EF4-FFF2-40B4-BE49-F238E27FC236}">
                    <a16:creationId xmlns:a16="http://schemas.microsoft.com/office/drawing/2014/main" id="{D14D1BF6-2612-733F-633A-41B170663840}"/>
                  </a:ext>
                </a:extLst>
              </p:cNvPr>
              <p:cNvSpPr/>
              <p:nvPr/>
            </p:nvSpPr>
            <p:spPr>
              <a:xfrm>
                <a:off x="887591" y="5374213"/>
                <a:ext cx="273722" cy="274320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99" name="Rectangle 298">
                <a:extLst>
                  <a:ext uri="{FF2B5EF4-FFF2-40B4-BE49-F238E27FC236}">
                    <a16:creationId xmlns:a16="http://schemas.microsoft.com/office/drawing/2014/main" id="{7223B66C-67F7-6CC8-6FB1-8AC551703AF2}"/>
                  </a:ext>
                </a:extLst>
              </p:cNvPr>
              <p:cNvSpPr/>
              <p:nvPr/>
            </p:nvSpPr>
            <p:spPr>
              <a:xfrm>
                <a:off x="1161313" y="5374213"/>
                <a:ext cx="273722" cy="274320"/>
              </a:xfrm>
              <a:prstGeom prst="rect">
                <a:avLst/>
              </a:prstGeom>
              <a:solidFill>
                <a:schemeClr val="tx1">
                  <a:lumMod val="65000"/>
                  <a:lumOff val="35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00" name="Rectangle 299">
                <a:extLst>
                  <a:ext uri="{FF2B5EF4-FFF2-40B4-BE49-F238E27FC236}">
                    <a16:creationId xmlns:a16="http://schemas.microsoft.com/office/drawing/2014/main" id="{FF0F93FF-F8C1-4247-DA9C-3B552087068D}"/>
                  </a:ext>
                </a:extLst>
              </p:cNvPr>
              <p:cNvSpPr/>
              <p:nvPr/>
            </p:nvSpPr>
            <p:spPr>
              <a:xfrm>
                <a:off x="1979980" y="5370792"/>
                <a:ext cx="273722" cy="274320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01" name="Rectangle 300">
                <a:extLst>
                  <a:ext uri="{FF2B5EF4-FFF2-40B4-BE49-F238E27FC236}">
                    <a16:creationId xmlns:a16="http://schemas.microsoft.com/office/drawing/2014/main" id="{0EACF63A-0229-6069-99E9-1C7696D58E78}"/>
                  </a:ext>
                </a:extLst>
              </p:cNvPr>
              <p:cNvSpPr/>
              <p:nvPr/>
            </p:nvSpPr>
            <p:spPr>
              <a:xfrm>
                <a:off x="2255162" y="5370792"/>
                <a:ext cx="273722" cy="274320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02" name="Rectangle 301">
                <a:extLst>
                  <a:ext uri="{FF2B5EF4-FFF2-40B4-BE49-F238E27FC236}">
                    <a16:creationId xmlns:a16="http://schemas.microsoft.com/office/drawing/2014/main" id="{0C21E745-9B82-9F44-D505-067AC7E7CA17}"/>
                  </a:ext>
                </a:extLst>
              </p:cNvPr>
              <p:cNvSpPr/>
              <p:nvPr/>
            </p:nvSpPr>
            <p:spPr>
              <a:xfrm>
                <a:off x="2528884" y="5370792"/>
                <a:ext cx="273722" cy="274320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03" name="Rectangle 302">
                <a:extLst>
                  <a:ext uri="{FF2B5EF4-FFF2-40B4-BE49-F238E27FC236}">
                    <a16:creationId xmlns:a16="http://schemas.microsoft.com/office/drawing/2014/main" id="{9080CAF6-C3B7-E79A-EB09-ED3BBF58B5D6}"/>
                  </a:ext>
                </a:extLst>
              </p:cNvPr>
              <p:cNvSpPr/>
              <p:nvPr/>
            </p:nvSpPr>
            <p:spPr>
              <a:xfrm>
                <a:off x="1434656" y="5370792"/>
                <a:ext cx="273722" cy="274320"/>
              </a:xfrm>
              <a:prstGeom prst="rect">
                <a:avLst/>
              </a:prstGeom>
              <a:solidFill>
                <a:schemeClr val="tx1">
                  <a:lumMod val="65000"/>
                  <a:lumOff val="35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04" name="Rectangle 303">
                <a:extLst>
                  <a:ext uri="{FF2B5EF4-FFF2-40B4-BE49-F238E27FC236}">
                    <a16:creationId xmlns:a16="http://schemas.microsoft.com/office/drawing/2014/main" id="{F51F8D41-D5E1-15A7-7D69-F3610C5B679A}"/>
                  </a:ext>
                </a:extLst>
              </p:cNvPr>
              <p:cNvSpPr/>
              <p:nvPr/>
            </p:nvSpPr>
            <p:spPr>
              <a:xfrm>
                <a:off x="1705227" y="5366792"/>
                <a:ext cx="273722" cy="274320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05" name="TextBox 304">
                  <a:extLst>
                    <a:ext uri="{FF2B5EF4-FFF2-40B4-BE49-F238E27FC236}">
                      <a16:creationId xmlns:a16="http://schemas.microsoft.com/office/drawing/2014/main" id="{B058EBFC-961B-AA69-AA9E-8D5B3C3D9852}"/>
                    </a:ext>
                  </a:extLst>
                </p:cNvPr>
                <p:cNvSpPr txBox="1"/>
                <p:nvPr/>
              </p:nvSpPr>
              <p:spPr>
                <a:xfrm>
                  <a:off x="5677898" y="4046397"/>
                  <a:ext cx="1401538" cy="3077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1400" dirty="0">
                      <a:latin typeface="Times New Roman" panose="02020603050405020304" pitchFamily="18" charset="0"/>
                      <a:ea typeface="Cambria Math" panose="02040503050406030204" pitchFamily="18" charset="0"/>
                      <a:cs typeface="Times New Roman" panose="02020603050405020304" pitchFamily="18" charset="0"/>
                    </a:rPr>
                    <a:t>Mask </a:t>
                  </a:r>
                  <a14:m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1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M</m:t>
                      </m:r>
                    </m:oMath>
                  </a14:m>
                  <a:r>
                    <a:rPr lang="en-US" sz="1400" dirty="0">
                      <a:latin typeface="Times New Roman" panose="02020603050405020304" pitchFamily="18" charset="0"/>
                      <a:ea typeface="Cambria Math" panose="02040503050406030204" pitchFamily="18" charset="0"/>
                      <a:cs typeface="Times New Roman" panose="02020603050405020304" pitchFamily="18" charset="0"/>
                    </a:rPr>
                    <a:t>: </a:t>
                  </a:r>
                </a:p>
              </p:txBody>
            </p:sp>
          </mc:Choice>
          <mc:Fallback xmlns="">
            <p:sp>
              <p:nvSpPr>
                <p:cNvPr id="305" name="TextBox 304">
                  <a:extLst>
                    <a:ext uri="{FF2B5EF4-FFF2-40B4-BE49-F238E27FC236}">
                      <a16:creationId xmlns:a16="http://schemas.microsoft.com/office/drawing/2014/main" id="{B058EBFC-961B-AA69-AA9E-8D5B3C3D985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677898" y="4046397"/>
                  <a:ext cx="1401538" cy="307777"/>
                </a:xfrm>
                <a:prstGeom prst="rect">
                  <a:avLst/>
                </a:prstGeom>
                <a:blipFill>
                  <a:blip r:embed="rId2"/>
                  <a:stretch>
                    <a:fillRect l="-893" t="-4000" b="-20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06" name="TextBox 305">
                  <a:extLst>
                    <a:ext uri="{FF2B5EF4-FFF2-40B4-BE49-F238E27FC236}">
                      <a16:creationId xmlns:a16="http://schemas.microsoft.com/office/drawing/2014/main" id="{DA780A0F-7F11-E345-B577-8815949D8E1E}"/>
                    </a:ext>
                  </a:extLst>
                </p:cNvPr>
                <p:cNvSpPr txBox="1"/>
                <p:nvPr/>
              </p:nvSpPr>
              <p:spPr>
                <a:xfrm>
                  <a:off x="6451900" y="5131313"/>
                  <a:ext cx="657744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ℒ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𝑚</m:t>
                            </m:r>
                            <m:r>
                              <m:rPr>
                                <m:sty m:val="p"/>
                              </m:rP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SFT</m:t>
                            </m:r>
                          </m:sub>
                        </m:sSub>
                      </m:oMath>
                    </m:oMathPara>
                  </a14:m>
                  <a:endParaRPr lang="en-US" b="0" dirty="0">
                    <a:ea typeface="Cambria Math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306" name="TextBox 305">
                  <a:extLst>
                    <a:ext uri="{FF2B5EF4-FFF2-40B4-BE49-F238E27FC236}">
                      <a16:creationId xmlns:a16="http://schemas.microsoft.com/office/drawing/2014/main" id="{DA780A0F-7F11-E345-B577-8815949D8E1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451900" y="5131313"/>
                  <a:ext cx="657744" cy="276999"/>
                </a:xfrm>
                <a:prstGeom prst="rect">
                  <a:avLst/>
                </a:prstGeom>
                <a:blipFill>
                  <a:blip r:embed="rId3"/>
                  <a:stretch>
                    <a:fillRect l="-5660" r="-3774" b="-18182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307" name="Elbow Connector 306">
              <a:extLst>
                <a:ext uri="{FF2B5EF4-FFF2-40B4-BE49-F238E27FC236}">
                  <a16:creationId xmlns:a16="http://schemas.microsoft.com/office/drawing/2014/main" id="{BE938DEF-A0CF-CC4D-0446-EBD781E1B5DD}"/>
                </a:ext>
              </a:extLst>
            </p:cNvPr>
            <p:cNvCxnSpPr>
              <a:stCxn id="297" idx="2"/>
              <a:endCxn id="306" idx="0"/>
            </p:cNvCxnSpPr>
            <p:nvPr/>
          </p:nvCxnSpPr>
          <p:spPr>
            <a:xfrm rot="16200000" flipH="1">
              <a:off x="6076436" y="4426976"/>
              <a:ext cx="476199" cy="932473"/>
            </a:xfrm>
            <a:prstGeom prst="bentConnector3">
              <a:avLst/>
            </a:prstGeom>
            <a:ln>
              <a:solidFill>
                <a:schemeClr val="tx1">
                  <a:lumMod val="50000"/>
                  <a:lumOff val="50000"/>
                </a:schemeClr>
              </a:solidFill>
              <a:prstDash val="solid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8" name="Elbow Connector 307">
              <a:extLst>
                <a:ext uri="{FF2B5EF4-FFF2-40B4-BE49-F238E27FC236}">
                  <a16:creationId xmlns:a16="http://schemas.microsoft.com/office/drawing/2014/main" id="{297FCCE0-9B07-F9E1-02D3-40547A5A1441}"/>
                </a:ext>
              </a:extLst>
            </p:cNvPr>
            <p:cNvCxnSpPr>
              <a:cxnSpLocks/>
              <a:stCxn id="298" idx="2"/>
              <a:endCxn id="306" idx="0"/>
            </p:cNvCxnSpPr>
            <p:nvPr/>
          </p:nvCxnSpPr>
          <p:spPr>
            <a:xfrm rot="16200000" flipH="1">
              <a:off x="6214756" y="4565296"/>
              <a:ext cx="476199" cy="655833"/>
            </a:xfrm>
            <a:prstGeom prst="bentConnector3">
              <a:avLst>
                <a:gd name="adj1" fmla="val 50000"/>
              </a:avLst>
            </a:prstGeom>
            <a:ln>
              <a:solidFill>
                <a:schemeClr val="tx1">
                  <a:lumMod val="50000"/>
                  <a:lumOff val="50000"/>
                </a:schemeClr>
              </a:solidFill>
              <a:prstDash val="solid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9" name="Elbow Connector 308">
              <a:extLst>
                <a:ext uri="{FF2B5EF4-FFF2-40B4-BE49-F238E27FC236}">
                  <a16:creationId xmlns:a16="http://schemas.microsoft.com/office/drawing/2014/main" id="{5FB51ABC-D3F0-7CCB-BD7D-5818BDBF7593}"/>
                </a:ext>
              </a:extLst>
            </p:cNvPr>
            <p:cNvCxnSpPr>
              <a:cxnSpLocks/>
              <a:stCxn id="304" idx="2"/>
            </p:cNvCxnSpPr>
            <p:nvPr/>
          </p:nvCxnSpPr>
          <p:spPr>
            <a:xfrm rot="5400000">
              <a:off x="6621863" y="4806603"/>
              <a:ext cx="479622" cy="161803"/>
            </a:xfrm>
            <a:prstGeom prst="bentConnector3">
              <a:avLst>
                <a:gd name="adj1" fmla="val 50438"/>
              </a:avLst>
            </a:prstGeom>
            <a:ln>
              <a:solidFill>
                <a:schemeClr val="tx1">
                  <a:lumMod val="50000"/>
                  <a:lumOff val="50000"/>
                </a:schemeClr>
              </a:solidFill>
              <a:prstDash val="solid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0" name="Elbow Connector 309">
              <a:extLst>
                <a:ext uri="{FF2B5EF4-FFF2-40B4-BE49-F238E27FC236}">
                  <a16:creationId xmlns:a16="http://schemas.microsoft.com/office/drawing/2014/main" id="{50BD1CFF-1175-E8B6-6B4A-51C3BA9AD80A}"/>
                </a:ext>
              </a:extLst>
            </p:cNvPr>
            <p:cNvCxnSpPr>
              <a:cxnSpLocks/>
              <a:stCxn id="300" idx="2"/>
              <a:endCxn id="306" idx="0"/>
            </p:cNvCxnSpPr>
            <p:nvPr/>
          </p:nvCxnSpPr>
          <p:spPr>
            <a:xfrm rot="5400000">
              <a:off x="6759240" y="4673225"/>
              <a:ext cx="479620" cy="436556"/>
            </a:xfrm>
            <a:prstGeom prst="bentConnector3">
              <a:avLst>
                <a:gd name="adj1" fmla="val 49811"/>
              </a:avLst>
            </a:prstGeom>
            <a:ln>
              <a:solidFill>
                <a:schemeClr val="tx1">
                  <a:lumMod val="50000"/>
                  <a:lumOff val="50000"/>
                </a:schemeClr>
              </a:solidFill>
              <a:prstDash val="solid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1" name="Elbow Connector 310">
              <a:extLst>
                <a:ext uri="{FF2B5EF4-FFF2-40B4-BE49-F238E27FC236}">
                  <a16:creationId xmlns:a16="http://schemas.microsoft.com/office/drawing/2014/main" id="{FC861599-BA2E-748F-83C1-D398B3F4222F}"/>
                </a:ext>
              </a:extLst>
            </p:cNvPr>
            <p:cNvCxnSpPr>
              <a:cxnSpLocks/>
              <a:stCxn id="301" idx="2"/>
              <a:endCxn id="306" idx="0"/>
            </p:cNvCxnSpPr>
            <p:nvPr/>
          </p:nvCxnSpPr>
          <p:spPr>
            <a:xfrm rot="5400000">
              <a:off x="6896831" y="4535634"/>
              <a:ext cx="479620" cy="711738"/>
            </a:xfrm>
            <a:prstGeom prst="bentConnector3">
              <a:avLst>
                <a:gd name="adj1" fmla="val 50561"/>
              </a:avLst>
            </a:prstGeom>
            <a:ln>
              <a:solidFill>
                <a:schemeClr val="tx1">
                  <a:lumMod val="50000"/>
                  <a:lumOff val="50000"/>
                </a:schemeClr>
              </a:solidFill>
              <a:prstDash val="solid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2" name="Elbow Connector 311">
              <a:extLst>
                <a:ext uri="{FF2B5EF4-FFF2-40B4-BE49-F238E27FC236}">
                  <a16:creationId xmlns:a16="http://schemas.microsoft.com/office/drawing/2014/main" id="{8DD0FC09-C756-3E3A-1E4E-8A03B1B114A8}"/>
                </a:ext>
              </a:extLst>
            </p:cNvPr>
            <p:cNvCxnSpPr>
              <a:cxnSpLocks/>
              <a:stCxn id="302" idx="2"/>
              <a:endCxn id="306" idx="0"/>
            </p:cNvCxnSpPr>
            <p:nvPr/>
          </p:nvCxnSpPr>
          <p:spPr>
            <a:xfrm rot="5400000">
              <a:off x="7033692" y="4398773"/>
              <a:ext cx="479620" cy="985460"/>
            </a:xfrm>
            <a:prstGeom prst="bentConnector3">
              <a:avLst>
                <a:gd name="adj1" fmla="val 50421"/>
              </a:avLst>
            </a:prstGeom>
            <a:ln>
              <a:solidFill>
                <a:schemeClr val="tx1">
                  <a:lumMod val="50000"/>
                  <a:lumOff val="50000"/>
                </a:schemeClr>
              </a:solidFill>
              <a:prstDash val="solid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88" name="Group 387">
            <a:extLst>
              <a:ext uri="{FF2B5EF4-FFF2-40B4-BE49-F238E27FC236}">
                <a16:creationId xmlns:a16="http://schemas.microsoft.com/office/drawing/2014/main" id="{503EB0D4-6A8D-AFED-FAEF-A9AD6E03261B}"/>
              </a:ext>
            </a:extLst>
          </p:cNvPr>
          <p:cNvGrpSpPr/>
          <p:nvPr/>
        </p:nvGrpSpPr>
        <p:grpSpPr>
          <a:xfrm>
            <a:off x="8232909" y="3128486"/>
            <a:ext cx="2288769" cy="2534728"/>
            <a:chOff x="8232909" y="3128486"/>
            <a:chExt cx="2288769" cy="2534728"/>
          </a:xfrm>
        </p:grpSpPr>
        <p:sp>
          <p:nvSpPr>
            <p:cNvPr id="315" name="Rounded Rectangle 314">
              <a:extLst>
                <a:ext uri="{FF2B5EF4-FFF2-40B4-BE49-F238E27FC236}">
                  <a16:creationId xmlns:a16="http://schemas.microsoft.com/office/drawing/2014/main" id="{D98EFF77-B84A-F949-A011-2F9367371B58}"/>
                </a:ext>
              </a:extLst>
            </p:cNvPr>
            <p:cNvSpPr/>
            <p:nvPr/>
          </p:nvSpPr>
          <p:spPr>
            <a:xfrm>
              <a:off x="8232909" y="3128486"/>
              <a:ext cx="2288769" cy="2534728"/>
            </a:xfrm>
            <a:prstGeom prst="roundRect">
              <a:avLst>
                <a:gd name="adj" fmla="val 7862"/>
              </a:avLst>
            </a:prstGeom>
            <a:solidFill>
              <a:schemeClr val="bg1">
                <a:lumMod val="95000"/>
              </a:schemeClr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cxnSp>
          <p:nvCxnSpPr>
            <p:cNvPr id="316" name="Straight Arrow Connector 315">
              <a:extLst>
                <a:ext uri="{FF2B5EF4-FFF2-40B4-BE49-F238E27FC236}">
                  <a16:creationId xmlns:a16="http://schemas.microsoft.com/office/drawing/2014/main" id="{34B84602-C684-B579-F287-42EB423AE07B}"/>
                </a:ext>
              </a:extLst>
            </p:cNvPr>
            <p:cNvCxnSpPr>
              <a:cxnSpLocks/>
              <a:stCxn id="321" idx="2"/>
            </p:cNvCxnSpPr>
            <p:nvPr/>
          </p:nvCxnSpPr>
          <p:spPr>
            <a:xfrm>
              <a:off x="9359580" y="4004592"/>
              <a:ext cx="0" cy="1167625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317" name="Rounded Rectangle 316">
              <a:extLst>
                <a:ext uri="{FF2B5EF4-FFF2-40B4-BE49-F238E27FC236}">
                  <a16:creationId xmlns:a16="http://schemas.microsoft.com/office/drawing/2014/main" id="{171E5929-20CE-12BC-4BF3-C10898A34F8D}"/>
                </a:ext>
              </a:extLst>
            </p:cNvPr>
            <p:cNvSpPr/>
            <p:nvPr/>
          </p:nvSpPr>
          <p:spPr>
            <a:xfrm>
              <a:off x="8377533" y="4110698"/>
              <a:ext cx="1964094" cy="905733"/>
            </a:xfrm>
            <a:prstGeom prst="roundRect">
              <a:avLst>
                <a:gd name="adj" fmla="val 25496"/>
              </a:avLst>
            </a:prstGeom>
            <a:solidFill>
              <a:schemeClr val="accent2">
                <a:lumMod val="20000"/>
                <a:lumOff val="80000"/>
              </a:schemeClr>
            </a:solidFill>
            <a:ln w="12700"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grpSp>
          <p:nvGrpSpPr>
            <p:cNvPr id="318" name="Group 317">
              <a:extLst>
                <a:ext uri="{FF2B5EF4-FFF2-40B4-BE49-F238E27FC236}">
                  <a16:creationId xmlns:a16="http://schemas.microsoft.com/office/drawing/2014/main" id="{8C10BF09-1526-3107-C3E6-5B2FA22EAB19}"/>
                </a:ext>
              </a:extLst>
            </p:cNvPr>
            <p:cNvGrpSpPr/>
            <p:nvPr/>
          </p:nvGrpSpPr>
          <p:grpSpPr>
            <a:xfrm>
              <a:off x="8713972" y="4178504"/>
              <a:ext cx="548640" cy="539084"/>
              <a:chOff x="8223486" y="4901909"/>
              <a:chExt cx="548640" cy="539084"/>
            </a:xfrm>
          </p:grpSpPr>
          <p:sp>
            <p:nvSpPr>
              <p:cNvPr id="334" name="Rounded Rectangle 333">
                <a:extLst>
                  <a:ext uri="{FF2B5EF4-FFF2-40B4-BE49-F238E27FC236}">
                    <a16:creationId xmlns:a16="http://schemas.microsoft.com/office/drawing/2014/main" id="{2F522D10-2F3C-1B1F-83E0-538F862A2462}"/>
                  </a:ext>
                </a:extLst>
              </p:cNvPr>
              <p:cNvSpPr/>
              <p:nvPr/>
            </p:nvSpPr>
            <p:spPr>
              <a:xfrm>
                <a:off x="8223486" y="4901909"/>
                <a:ext cx="548640" cy="338554"/>
              </a:xfrm>
              <a:prstGeom prst="roundRect">
                <a:avLst>
                  <a:gd name="adj" fmla="val 50000"/>
                </a:avLst>
              </a:prstGeom>
              <a:solidFill>
                <a:schemeClr val="accent2">
                  <a:lumMod val="20000"/>
                  <a:lumOff val="80000"/>
                </a:schemeClr>
              </a:solidFill>
              <a:ln w="19050">
                <a:solidFill>
                  <a:schemeClr val="accent2">
                    <a:lumMod val="60000"/>
                    <a:lumOff val="40000"/>
                  </a:schemeClr>
                </a:solidFill>
                <a:prstDash val="sysDash"/>
              </a:ln>
              <a:effectLst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335" name="TextBox 334">
                    <a:extLst>
                      <a:ext uri="{FF2B5EF4-FFF2-40B4-BE49-F238E27FC236}">
                        <a16:creationId xmlns:a16="http://schemas.microsoft.com/office/drawing/2014/main" id="{DAD57380-C71C-D189-CEA2-4A5B746845F8}"/>
                      </a:ext>
                    </a:extLst>
                  </p:cNvPr>
                  <p:cNvSpPr txBox="1"/>
                  <p:nvPr/>
                </p:nvSpPr>
                <p:spPr>
                  <a:xfrm>
                    <a:off x="8223487" y="4917773"/>
                    <a:ext cx="538288" cy="523220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sz="1400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40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ℛ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sz="1400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inc</m:t>
                              </m:r>
                            </m:sub>
                          </m:sSub>
                        </m:oMath>
                      </m:oMathPara>
                    </a14:m>
                    <a:endParaRPr lang="en-US" sz="1400" b="0" i="1" dirty="0">
                      <a:latin typeface="Cambria Math" panose="02040503050406030204" pitchFamily="18" charset="0"/>
                      <a:ea typeface="Cambria Math" panose="02040503050406030204" pitchFamily="18" charset="0"/>
                      <a:cs typeface="Times New Roman" panose="02020603050405020304" pitchFamily="18" charset="0"/>
                    </a:endParaRPr>
                  </a:p>
                  <a:p>
                    <a:pPr algn="ctr"/>
                    <a:endParaRPr lang="en-US" sz="1400" i="1" dirty="0">
                      <a:latin typeface="Cambria Math" panose="02040503050406030204" pitchFamily="18" charset="0"/>
                      <a:ea typeface="Cambria Math" panose="02040503050406030204" pitchFamily="18" charset="0"/>
                      <a:cs typeface="Times New Roman" panose="02020603050405020304" pitchFamily="18" charset="0"/>
                    </a:endParaRPr>
                  </a:p>
                </p:txBody>
              </p:sp>
            </mc:Choice>
            <mc:Fallback>
              <p:sp>
                <p:nvSpPr>
                  <p:cNvPr id="335" name="TextBox 334">
                    <a:extLst>
                      <a:ext uri="{FF2B5EF4-FFF2-40B4-BE49-F238E27FC236}">
                        <a16:creationId xmlns:a16="http://schemas.microsoft.com/office/drawing/2014/main" id="{DAD57380-C71C-D189-CEA2-4A5B746845F8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8223487" y="4917773"/>
                    <a:ext cx="538288" cy="523220"/>
                  </a:xfrm>
                  <a:prstGeom prst="rect">
                    <a:avLst/>
                  </a:prstGeom>
                  <a:blipFill>
                    <a:blip r:embed="rId4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sp>
          <p:nvSpPr>
            <p:cNvPr id="319" name="TextBox 318">
              <a:extLst>
                <a:ext uri="{FF2B5EF4-FFF2-40B4-BE49-F238E27FC236}">
                  <a16:creationId xmlns:a16="http://schemas.microsoft.com/office/drawing/2014/main" id="{242E9109-0128-AC39-A366-6B8C47F55751}"/>
                </a:ext>
              </a:extLst>
            </p:cNvPr>
            <p:cNvSpPr txBox="1"/>
            <p:nvPr/>
          </p:nvSpPr>
          <p:spPr>
            <a:xfrm>
              <a:off x="8232909" y="3218688"/>
              <a:ext cx="2288769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(b.3) GRPO</a:t>
              </a:r>
            </a:p>
          </p:txBody>
        </p:sp>
        <p:sp>
          <p:nvSpPr>
            <p:cNvPr id="320" name="TextBox 319">
              <a:extLst>
                <a:ext uri="{FF2B5EF4-FFF2-40B4-BE49-F238E27FC236}">
                  <a16:creationId xmlns:a16="http://schemas.microsoft.com/office/drawing/2014/main" id="{F57186E8-E9DD-D33E-BA57-997CD1B73BB5}"/>
                </a:ext>
              </a:extLst>
            </p:cNvPr>
            <p:cNvSpPr txBox="1"/>
            <p:nvPr/>
          </p:nvSpPr>
          <p:spPr>
            <a:xfrm rot="16200000">
              <a:off x="8103719" y="4411140"/>
              <a:ext cx="87540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>
                  <a:latin typeface="Comic Sans MS" panose="030F0902030302020204" pitchFamily="66" charset="0"/>
                  <a:ea typeface="Cambria Math" panose="02040503050406030204" pitchFamily="18" charset="0"/>
                  <a:cs typeface="Times New Roman" panose="02020603050405020304" pitchFamily="18" charset="0"/>
                </a:rPr>
                <a:t>Reward</a:t>
              </a:r>
            </a:p>
          </p:txBody>
        </p:sp>
        <p:sp>
          <p:nvSpPr>
            <p:cNvPr id="321" name="Rounded Rectangle 320">
              <a:extLst>
                <a:ext uri="{FF2B5EF4-FFF2-40B4-BE49-F238E27FC236}">
                  <a16:creationId xmlns:a16="http://schemas.microsoft.com/office/drawing/2014/main" id="{EE17F4C4-BC2C-D895-CD7D-6072C8FACBCF}"/>
                </a:ext>
              </a:extLst>
            </p:cNvPr>
            <p:cNvSpPr/>
            <p:nvPr/>
          </p:nvSpPr>
          <p:spPr>
            <a:xfrm>
              <a:off x="8377533" y="3590624"/>
              <a:ext cx="1964094" cy="413968"/>
            </a:xfrm>
            <a:prstGeom prst="roundRect">
              <a:avLst>
                <a:gd name="adj" fmla="val 19565"/>
              </a:avLst>
            </a:prstGeom>
            <a:solidFill>
              <a:schemeClr val="bg1"/>
            </a:solidFill>
            <a:ln w="12700"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22" name="Rounded Rectangle 321">
              <a:extLst>
                <a:ext uri="{FF2B5EF4-FFF2-40B4-BE49-F238E27FC236}">
                  <a16:creationId xmlns:a16="http://schemas.microsoft.com/office/drawing/2014/main" id="{6B0B17F8-8BB1-3B69-23A0-E89269D68264}"/>
                </a:ext>
              </a:extLst>
            </p:cNvPr>
            <p:cNvSpPr/>
            <p:nvPr/>
          </p:nvSpPr>
          <p:spPr>
            <a:xfrm>
              <a:off x="8499994" y="3639746"/>
              <a:ext cx="497936" cy="295882"/>
            </a:xfrm>
            <a:prstGeom prst="roundRect">
              <a:avLst/>
            </a:prstGeom>
            <a:solidFill>
              <a:schemeClr val="tx2">
                <a:lumMod val="10000"/>
                <a:lumOff val="90000"/>
              </a:schemeClr>
            </a:solidFill>
            <a:ln w="127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i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o</a:t>
              </a:r>
              <a:r>
                <a:rPr lang="en-US" sz="1400" i="1" baseline="-250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lang="en-US" sz="140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23" name="Rounded Rectangle 322">
              <a:extLst>
                <a:ext uri="{FF2B5EF4-FFF2-40B4-BE49-F238E27FC236}">
                  <a16:creationId xmlns:a16="http://schemas.microsoft.com/office/drawing/2014/main" id="{98BF8EAD-447C-D975-3FB5-69BF8C3757B9}"/>
                </a:ext>
              </a:extLst>
            </p:cNvPr>
            <p:cNvSpPr/>
            <p:nvPr/>
          </p:nvSpPr>
          <p:spPr>
            <a:xfrm>
              <a:off x="9117114" y="3642310"/>
              <a:ext cx="497936" cy="295882"/>
            </a:xfrm>
            <a:prstGeom prst="roundRect">
              <a:avLst/>
            </a:prstGeom>
            <a:solidFill>
              <a:schemeClr val="tx2">
                <a:lumMod val="10000"/>
                <a:lumOff val="90000"/>
              </a:schemeClr>
            </a:solidFill>
            <a:ln w="127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i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o</a:t>
              </a:r>
              <a:r>
                <a:rPr lang="en-US" sz="1400" i="1" baseline="-250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endParaRPr lang="en-US" sz="140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24" name="Rounded Rectangle 323">
              <a:extLst>
                <a:ext uri="{FF2B5EF4-FFF2-40B4-BE49-F238E27FC236}">
                  <a16:creationId xmlns:a16="http://schemas.microsoft.com/office/drawing/2014/main" id="{1398C1EF-E292-36C0-024F-301FF4D5026F}"/>
                </a:ext>
              </a:extLst>
            </p:cNvPr>
            <p:cNvSpPr/>
            <p:nvPr/>
          </p:nvSpPr>
          <p:spPr>
            <a:xfrm>
              <a:off x="9734747" y="3641923"/>
              <a:ext cx="497936" cy="295882"/>
            </a:xfrm>
            <a:prstGeom prst="roundRect">
              <a:avLst/>
            </a:prstGeom>
            <a:solidFill>
              <a:schemeClr val="tx2">
                <a:lumMod val="10000"/>
                <a:lumOff val="90000"/>
              </a:schemeClr>
            </a:solidFill>
            <a:ln w="127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i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…</a:t>
              </a:r>
            </a:p>
          </p:txBody>
        </p:sp>
        <p:grpSp>
          <p:nvGrpSpPr>
            <p:cNvPr id="325" name="Group 324">
              <a:extLst>
                <a:ext uri="{FF2B5EF4-FFF2-40B4-BE49-F238E27FC236}">
                  <a16:creationId xmlns:a16="http://schemas.microsoft.com/office/drawing/2014/main" id="{BB964824-4A33-F817-F4F1-E64CBBD2472A}"/>
                </a:ext>
              </a:extLst>
            </p:cNvPr>
            <p:cNvGrpSpPr/>
            <p:nvPr/>
          </p:nvGrpSpPr>
          <p:grpSpPr>
            <a:xfrm>
              <a:off x="8695310" y="4600648"/>
              <a:ext cx="713178" cy="559837"/>
              <a:chOff x="8833615" y="4902035"/>
              <a:chExt cx="713178" cy="559837"/>
            </a:xfrm>
          </p:grpSpPr>
          <p:sp>
            <p:nvSpPr>
              <p:cNvPr id="332" name="Rounded Rectangle 331">
                <a:extLst>
                  <a:ext uri="{FF2B5EF4-FFF2-40B4-BE49-F238E27FC236}">
                    <a16:creationId xmlns:a16="http://schemas.microsoft.com/office/drawing/2014/main" id="{5ACCD19E-A51D-3DDF-DAA6-D7AF1C75EDBE}"/>
                  </a:ext>
                </a:extLst>
              </p:cNvPr>
              <p:cNvSpPr/>
              <p:nvPr/>
            </p:nvSpPr>
            <p:spPr>
              <a:xfrm>
                <a:off x="8848409" y="4902035"/>
                <a:ext cx="548729" cy="338554"/>
              </a:xfrm>
              <a:prstGeom prst="roundRect">
                <a:avLst>
                  <a:gd name="adj" fmla="val 50000"/>
                </a:avLst>
              </a:prstGeom>
              <a:solidFill>
                <a:schemeClr val="accent2">
                  <a:lumMod val="20000"/>
                  <a:lumOff val="80000"/>
                </a:schemeClr>
              </a:solidFill>
              <a:ln w="19050">
                <a:solidFill>
                  <a:schemeClr val="accent2">
                    <a:lumMod val="60000"/>
                    <a:lumOff val="40000"/>
                  </a:schemeClr>
                </a:solidFill>
                <a:prstDash val="sysDash"/>
              </a:ln>
              <a:effectLst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33" name="TextBox 332">
                    <a:extLst>
                      <a:ext uri="{FF2B5EF4-FFF2-40B4-BE49-F238E27FC236}">
                        <a16:creationId xmlns:a16="http://schemas.microsoft.com/office/drawing/2014/main" id="{FAAC21E6-D19D-137A-29F0-82A498596975}"/>
                      </a:ext>
                    </a:extLst>
                  </p:cNvPr>
                  <p:cNvSpPr txBox="1"/>
                  <p:nvPr/>
                </p:nvSpPr>
                <p:spPr>
                  <a:xfrm>
                    <a:off x="8833615" y="4919479"/>
                    <a:ext cx="713178" cy="542393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sz="1400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40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ℛ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sz="1400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pen</m:t>
                              </m:r>
                            </m:sub>
                          </m:sSub>
                        </m:oMath>
                      </m:oMathPara>
                    </a14:m>
                    <a:endParaRPr lang="en-US" sz="1400" b="0" i="1" dirty="0">
                      <a:latin typeface="Cambria Math" panose="02040503050406030204" pitchFamily="18" charset="0"/>
                      <a:ea typeface="Cambria Math" panose="02040503050406030204" pitchFamily="18" charset="0"/>
                      <a:cs typeface="Times New Roman" panose="02020603050405020304" pitchFamily="18" charset="0"/>
                    </a:endParaRPr>
                  </a:p>
                  <a:p>
                    <a:pPr algn="ctr"/>
                    <a:endParaRPr lang="en-US" sz="1400" i="1" dirty="0">
                      <a:latin typeface="Cambria Math" panose="02040503050406030204" pitchFamily="18" charset="0"/>
                      <a:ea typeface="Cambria Math" panose="02040503050406030204" pitchFamily="18" charset="0"/>
                      <a:cs typeface="Times New Roman" panose="02020603050405020304" pitchFamily="18" charset="0"/>
                    </a:endParaRPr>
                  </a:p>
                </p:txBody>
              </p:sp>
            </mc:Choice>
            <mc:Fallback xmlns="">
              <p:sp>
                <p:nvSpPr>
                  <p:cNvPr id="333" name="TextBox 332">
                    <a:extLst>
                      <a:ext uri="{FF2B5EF4-FFF2-40B4-BE49-F238E27FC236}">
                        <a16:creationId xmlns:a16="http://schemas.microsoft.com/office/drawing/2014/main" id="{FAAC21E6-D19D-137A-29F0-82A498596975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8833615" y="4919479"/>
                    <a:ext cx="713178" cy="542393"/>
                  </a:xfrm>
                  <a:prstGeom prst="rect">
                    <a:avLst/>
                  </a:prstGeom>
                  <a:blipFill>
                    <a:blip r:embed="rId5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sp>
          <p:nvSpPr>
            <p:cNvPr id="326" name="Rounded Rectangle 325">
              <a:extLst>
                <a:ext uri="{FF2B5EF4-FFF2-40B4-BE49-F238E27FC236}">
                  <a16:creationId xmlns:a16="http://schemas.microsoft.com/office/drawing/2014/main" id="{67BE0EBC-2B7D-F442-596D-EB8B873C6382}"/>
                </a:ext>
              </a:extLst>
            </p:cNvPr>
            <p:cNvSpPr/>
            <p:nvPr/>
          </p:nvSpPr>
          <p:spPr>
            <a:xfrm>
              <a:off x="8377533" y="5172217"/>
              <a:ext cx="1964094" cy="409451"/>
            </a:xfrm>
            <a:prstGeom prst="roundRect">
              <a:avLst>
                <a:gd name="adj" fmla="val 19565"/>
              </a:avLst>
            </a:prstGeom>
            <a:solidFill>
              <a:schemeClr val="bg1"/>
            </a:solidFill>
            <a:ln w="12700"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27" name="Rounded Rectangle 326">
              <a:extLst>
                <a:ext uri="{FF2B5EF4-FFF2-40B4-BE49-F238E27FC236}">
                  <a16:creationId xmlns:a16="http://schemas.microsoft.com/office/drawing/2014/main" id="{307D8013-C8FD-CAD3-D6F0-657F3FD86B9F}"/>
                </a:ext>
              </a:extLst>
            </p:cNvPr>
            <p:cNvSpPr/>
            <p:nvPr/>
          </p:nvSpPr>
          <p:spPr>
            <a:xfrm>
              <a:off x="8499994" y="5229252"/>
              <a:ext cx="497936" cy="295882"/>
            </a:xfrm>
            <a:prstGeom prst="roundRect">
              <a:avLst/>
            </a:prstGeom>
            <a:solidFill>
              <a:schemeClr val="tx2">
                <a:lumMod val="10000"/>
                <a:lumOff val="90000"/>
              </a:schemeClr>
            </a:solidFill>
            <a:ln w="127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i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r</a:t>
              </a:r>
              <a:r>
                <a:rPr lang="en-US" sz="1400" i="1" baseline="-250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lang="en-US" sz="140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28" name="Rounded Rectangle 327">
              <a:extLst>
                <a:ext uri="{FF2B5EF4-FFF2-40B4-BE49-F238E27FC236}">
                  <a16:creationId xmlns:a16="http://schemas.microsoft.com/office/drawing/2014/main" id="{813D4112-3C56-41B6-25D3-9E36907D0EBE}"/>
                </a:ext>
              </a:extLst>
            </p:cNvPr>
            <p:cNvSpPr/>
            <p:nvPr/>
          </p:nvSpPr>
          <p:spPr>
            <a:xfrm>
              <a:off x="9104455" y="5229252"/>
              <a:ext cx="497936" cy="295882"/>
            </a:xfrm>
            <a:prstGeom prst="roundRect">
              <a:avLst/>
            </a:prstGeom>
            <a:solidFill>
              <a:schemeClr val="tx2">
                <a:lumMod val="10000"/>
                <a:lumOff val="90000"/>
              </a:schemeClr>
            </a:solidFill>
            <a:ln w="127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i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r</a:t>
              </a:r>
              <a:r>
                <a:rPr lang="en-US" sz="1400" i="1" baseline="-250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endParaRPr lang="en-US" sz="140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29" name="Rounded Rectangle 328">
              <a:extLst>
                <a:ext uri="{FF2B5EF4-FFF2-40B4-BE49-F238E27FC236}">
                  <a16:creationId xmlns:a16="http://schemas.microsoft.com/office/drawing/2014/main" id="{31F7ED0E-23D8-D6B9-1AB6-35583E38AF15}"/>
                </a:ext>
              </a:extLst>
            </p:cNvPr>
            <p:cNvSpPr/>
            <p:nvPr/>
          </p:nvSpPr>
          <p:spPr>
            <a:xfrm>
              <a:off x="9734747" y="5229252"/>
              <a:ext cx="497936" cy="295882"/>
            </a:xfrm>
            <a:prstGeom prst="roundRect">
              <a:avLst/>
            </a:prstGeom>
            <a:solidFill>
              <a:schemeClr val="tx2">
                <a:lumMod val="10000"/>
                <a:lumOff val="90000"/>
              </a:schemeClr>
            </a:solidFill>
            <a:ln w="127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i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…</a:t>
              </a:r>
            </a:p>
          </p:txBody>
        </p:sp>
        <p:sp>
          <p:nvSpPr>
            <p:cNvPr id="330" name="TextBox 329">
              <a:extLst>
                <a:ext uri="{FF2B5EF4-FFF2-40B4-BE49-F238E27FC236}">
                  <a16:creationId xmlns:a16="http://schemas.microsoft.com/office/drawing/2014/main" id="{9A2883F4-2EA0-25CE-8FDE-0A906A864C92}"/>
                </a:ext>
              </a:extLst>
            </p:cNvPr>
            <p:cNvSpPr txBox="1"/>
            <p:nvPr/>
          </p:nvSpPr>
          <p:spPr>
            <a:xfrm>
              <a:off x="9182573" y="4189256"/>
              <a:ext cx="1289001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>
                  <a:solidFill>
                    <a:srgbClr val="C00000"/>
                  </a:solidFill>
                  <a:latin typeface="Times New Roman" panose="02020603050405020304" pitchFamily="18" charset="0"/>
                  <a:ea typeface="Cambria Math" panose="020405030504060302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1400" b="1" dirty="0">
                  <a:solidFill>
                    <a:srgbClr val="C00000"/>
                  </a:solidFill>
                  <a:latin typeface="Comic Sans MS" panose="030F0902030302020204" pitchFamily="66" charset="0"/>
                  <a:ea typeface="Cambria Math" panose="02040503050406030204" pitchFamily="18" charset="0"/>
                  <a:cs typeface="Times New Roman" panose="02020603050405020304" pitchFamily="18" charset="0"/>
                </a:rPr>
                <a:t>Incentive</a:t>
              </a:r>
            </a:p>
          </p:txBody>
        </p:sp>
        <p:sp>
          <p:nvSpPr>
            <p:cNvPr id="331" name="TextBox 330">
              <a:extLst>
                <a:ext uri="{FF2B5EF4-FFF2-40B4-BE49-F238E27FC236}">
                  <a16:creationId xmlns:a16="http://schemas.microsoft.com/office/drawing/2014/main" id="{5CFC282E-438A-4E76-739A-CE9D5EE9E820}"/>
                </a:ext>
              </a:extLst>
            </p:cNvPr>
            <p:cNvSpPr txBox="1"/>
            <p:nvPr/>
          </p:nvSpPr>
          <p:spPr>
            <a:xfrm>
              <a:off x="9192573" y="4620133"/>
              <a:ext cx="1289001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>
                  <a:solidFill>
                    <a:srgbClr val="C00000"/>
                  </a:solidFill>
                  <a:latin typeface="Times New Roman" panose="02020603050405020304" pitchFamily="18" charset="0"/>
                  <a:ea typeface="Cambria Math" panose="020405030504060302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1400" b="1" dirty="0">
                  <a:solidFill>
                    <a:srgbClr val="C00000"/>
                  </a:solidFill>
                  <a:latin typeface="Comic Sans MS" panose="030F0902030302020204" pitchFamily="66" charset="0"/>
                  <a:ea typeface="Cambria Math" panose="02040503050406030204" pitchFamily="18" charset="0"/>
                  <a:cs typeface="Times New Roman" panose="02020603050405020304" pitchFamily="18" charset="0"/>
                </a:rPr>
                <a:t>Penalty</a:t>
              </a:r>
            </a:p>
          </p:txBody>
        </p:sp>
      </p:grpSp>
      <p:sp>
        <p:nvSpPr>
          <p:cNvPr id="337" name="TextBox 336">
            <a:extLst>
              <a:ext uri="{FF2B5EF4-FFF2-40B4-BE49-F238E27FC236}">
                <a16:creationId xmlns:a16="http://schemas.microsoft.com/office/drawing/2014/main" id="{91EC0B7F-A656-2C40-B576-6E854E8AE99B}"/>
              </a:ext>
            </a:extLst>
          </p:cNvPr>
          <p:cNvSpPr txBox="1"/>
          <p:nvPr/>
        </p:nvSpPr>
        <p:spPr>
          <a:xfrm>
            <a:off x="3105766" y="1827705"/>
            <a:ext cx="32361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①</a:t>
            </a:r>
            <a:endParaRPr lang="en-US" sz="1400" b="1" dirty="0">
              <a:solidFill>
                <a:schemeClr val="tx1">
                  <a:lumMod val="50000"/>
                  <a:lumOff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38" name="TextBox 337">
            <a:extLst>
              <a:ext uri="{FF2B5EF4-FFF2-40B4-BE49-F238E27FC236}">
                <a16:creationId xmlns:a16="http://schemas.microsoft.com/office/drawing/2014/main" id="{9771702A-E0F9-BF60-8F5C-A85B130130BE}"/>
              </a:ext>
            </a:extLst>
          </p:cNvPr>
          <p:cNvSpPr txBox="1"/>
          <p:nvPr/>
        </p:nvSpPr>
        <p:spPr>
          <a:xfrm>
            <a:off x="3105766" y="2427722"/>
            <a:ext cx="31064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②</a:t>
            </a:r>
            <a:endParaRPr lang="en-US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39" name="TextBox 338">
            <a:extLst>
              <a:ext uri="{FF2B5EF4-FFF2-40B4-BE49-F238E27FC236}">
                <a16:creationId xmlns:a16="http://schemas.microsoft.com/office/drawing/2014/main" id="{FB6B5532-7B1B-F465-DCB1-488C752C77E9}"/>
              </a:ext>
            </a:extLst>
          </p:cNvPr>
          <p:cNvSpPr txBox="1"/>
          <p:nvPr/>
        </p:nvSpPr>
        <p:spPr>
          <a:xfrm>
            <a:off x="3085474" y="3019966"/>
            <a:ext cx="36420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③</a:t>
            </a:r>
            <a:endParaRPr lang="en-US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40" name="TextBox 339">
            <a:extLst>
              <a:ext uri="{FF2B5EF4-FFF2-40B4-BE49-F238E27FC236}">
                <a16:creationId xmlns:a16="http://schemas.microsoft.com/office/drawing/2014/main" id="{9D68596A-01C4-2C7D-5D98-1A4568635B0E}"/>
              </a:ext>
            </a:extLst>
          </p:cNvPr>
          <p:cNvSpPr txBox="1"/>
          <p:nvPr/>
        </p:nvSpPr>
        <p:spPr>
          <a:xfrm>
            <a:off x="3078050" y="3649180"/>
            <a:ext cx="36420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④</a:t>
            </a:r>
            <a:endParaRPr lang="en-US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41" name="TextBox 340">
            <a:extLst>
              <a:ext uri="{FF2B5EF4-FFF2-40B4-BE49-F238E27FC236}">
                <a16:creationId xmlns:a16="http://schemas.microsoft.com/office/drawing/2014/main" id="{07053CD8-3934-2F1E-4333-A7E4ECC90D3F}"/>
              </a:ext>
            </a:extLst>
          </p:cNvPr>
          <p:cNvSpPr txBox="1"/>
          <p:nvPr/>
        </p:nvSpPr>
        <p:spPr>
          <a:xfrm>
            <a:off x="3060417" y="4260480"/>
            <a:ext cx="39946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⑤</a:t>
            </a:r>
          </a:p>
        </p:txBody>
      </p:sp>
      <p:sp>
        <p:nvSpPr>
          <p:cNvPr id="342" name="TextBox 341">
            <a:extLst>
              <a:ext uri="{FF2B5EF4-FFF2-40B4-BE49-F238E27FC236}">
                <a16:creationId xmlns:a16="http://schemas.microsoft.com/office/drawing/2014/main" id="{67ADD712-FC4D-3B7A-4ADF-6ACC59D06512}"/>
              </a:ext>
            </a:extLst>
          </p:cNvPr>
          <p:cNvSpPr txBox="1"/>
          <p:nvPr/>
        </p:nvSpPr>
        <p:spPr>
          <a:xfrm>
            <a:off x="2358600" y="3901733"/>
            <a:ext cx="36420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⑥</a:t>
            </a:r>
            <a:endParaRPr lang="en-US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43" name="TextBox 342">
            <a:extLst>
              <a:ext uri="{FF2B5EF4-FFF2-40B4-BE49-F238E27FC236}">
                <a16:creationId xmlns:a16="http://schemas.microsoft.com/office/drawing/2014/main" id="{47E63F15-A683-5340-F64B-7BC398A28859}"/>
              </a:ext>
            </a:extLst>
          </p:cNvPr>
          <p:cNvSpPr txBox="1"/>
          <p:nvPr/>
        </p:nvSpPr>
        <p:spPr>
          <a:xfrm>
            <a:off x="3472713" y="3522146"/>
            <a:ext cx="36420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⑦</a:t>
            </a:r>
            <a:endParaRPr lang="en-US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44" name="TextBox 343">
            <a:extLst>
              <a:ext uri="{FF2B5EF4-FFF2-40B4-BE49-F238E27FC236}">
                <a16:creationId xmlns:a16="http://schemas.microsoft.com/office/drawing/2014/main" id="{2A846725-39ED-0C8C-0464-CE13DBFE251A}"/>
              </a:ext>
            </a:extLst>
          </p:cNvPr>
          <p:cNvSpPr txBox="1"/>
          <p:nvPr/>
        </p:nvSpPr>
        <p:spPr>
          <a:xfrm>
            <a:off x="3950700" y="3108927"/>
            <a:ext cx="36420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⑧</a:t>
            </a:r>
            <a:endParaRPr lang="en-US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45" name="TextBox 344">
            <a:extLst>
              <a:ext uri="{FF2B5EF4-FFF2-40B4-BE49-F238E27FC236}">
                <a16:creationId xmlns:a16="http://schemas.microsoft.com/office/drawing/2014/main" id="{08C0997F-700D-001D-8CC3-3C95B692D92A}"/>
              </a:ext>
            </a:extLst>
          </p:cNvPr>
          <p:cNvSpPr txBox="1"/>
          <p:nvPr/>
        </p:nvSpPr>
        <p:spPr>
          <a:xfrm>
            <a:off x="2001287" y="2682534"/>
            <a:ext cx="36420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⑨</a:t>
            </a:r>
            <a:endParaRPr lang="en-US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46" name="TextBox 345">
            <a:extLst>
              <a:ext uri="{FF2B5EF4-FFF2-40B4-BE49-F238E27FC236}">
                <a16:creationId xmlns:a16="http://schemas.microsoft.com/office/drawing/2014/main" id="{8A660F13-D68C-F95B-2114-939E3779F9D5}"/>
              </a:ext>
            </a:extLst>
          </p:cNvPr>
          <p:cNvSpPr txBox="1"/>
          <p:nvPr/>
        </p:nvSpPr>
        <p:spPr>
          <a:xfrm>
            <a:off x="1854931" y="3638433"/>
            <a:ext cx="36420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⑩</a:t>
            </a:r>
            <a:endParaRPr lang="en-US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349" name="Straight Connector 348">
            <a:extLst>
              <a:ext uri="{FF2B5EF4-FFF2-40B4-BE49-F238E27FC236}">
                <a16:creationId xmlns:a16="http://schemas.microsoft.com/office/drawing/2014/main" id="{4CA589E2-6E8E-2CE4-ED64-CC709817D35C}"/>
              </a:ext>
            </a:extLst>
          </p:cNvPr>
          <p:cNvCxnSpPr>
            <a:cxnSpLocks/>
          </p:cNvCxnSpPr>
          <p:nvPr/>
        </p:nvCxnSpPr>
        <p:spPr>
          <a:xfrm>
            <a:off x="5329647" y="832981"/>
            <a:ext cx="0" cy="4835046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prstDash val="dash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2" name="TextBox 351">
            <a:extLst>
              <a:ext uri="{FF2B5EF4-FFF2-40B4-BE49-F238E27FC236}">
                <a16:creationId xmlns:a16="http://schemas.microsoft.com/office/drawing/2014/main" id="{8DF191AE-97EC-8058-E41A-0EB247141CDB}"/>
              </a:ext>
            </a:extLst>
          </p:cNvPr>
          <p:cNvSpPr txBox="1"/>
          <p:nvPr/>
        </p:nvSpPr>
        <p:spPr>
          <a:xfrm>
            <a:off x="1190515" y="845415"/>
            <a:ext cx="384514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(a) Non-Monotonic Generation</a:t>
            </a:r>
          </a:p>
        </p:txBody>
      </p:sp>
      <p:sp>
        <p:nvSpPr>
          <p:cNvPr id="353" name="TextBox 352">
            <a:extLst>
              <a:ext uri="{FF2B5EF4-FFF2-40B4-BE49-F238E27FC236}">
                <a16:creationId xmlns:a16="http://schemas.microsoft.com/office/drawing/2014/main" id="{A5C7FC97-CD96-FF1C-B2FC-A9A1C28108C6}"/>
              </a:ext>
            </a:extLst>
          </p:cNvPr>
          <p:cNvSpPr txBox="1"/>
          <p:nvPr/>
        </p:nvSpPr>
        <p:spPr>
          <a:xfrm>
            <a:off x="5514713" y="841248"/>
            <a:ext cx="500695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(b) Training Paradigm</a:t>
            </a:r>
          </a:p>
        </p:txBody>
      </p:sp>
      <p:sp>
        <p:nvSpPr>
          <p:cNvPr id="375" name="Down Arrow 374">
            <a:extLst>
              <a:ext uri="{FF2B5EF4-FFF2-40B4-BE49-F238E27FC236}">
                <a16:creationId xmlns:a16="http://schemas.microsoft.com/office/drawing/2014/main" id="{45AF23FC-D239-DB6B-9984-69C75E973E81}"/>
              </a:ext>
            </a:extLst>
          </p:cNvPr>
          <p:cNvSpPr/>
          <p:nvPr/>
        </p:nvSpPr>
        <p:spPr>
          <a:xfrm rot="16200000">
            <a:off x="2443253" y="1444558"/>
            <a:ext cx="194896" cy="273724"/>
          </a:xfrm>
          <a:prstGeom prst="downArrow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387" name="Group 386">
            <a:extLst>
              <a:ext uri="{FF2B5EF4-FFF2-40B4-BE49-F238E27FC236}">
                <a16:creationId xmlns:a16="http://schemas.microsoft.com/office/drawing/2014/main" id="{99285C9B-941E-0CF5-3D09-625CDF535235}"/>
              </a:ext>
            </a:extLst>
          </p:cNvPr>
          <p:cNvGrpSpPr/>
          <p:nvPr/>
        </p:nvGrpSpPr>
        <p:grpSpPr>
          <a:xfrm>
            <a:off x="1299399" y="1352673"/>
            <a:ext cx="1031090" cy="1212475"/>
            <a:chOff x="1299399" y="1352673"/>
            <a:chExt cx="1031090" cy="1212475"/>
          </a:xfrm>
        </p:grpSpPr>
        <p:cxnSp>
          <p:nvCxnSpPr>
            <p:cNvPr id="378" name="Straight Arrow Connector 377">
              <a:extLst>
                <a:ext uri="{FF2B5EF4-FFF2-40B4-BE49-F238E27FC236}">
                  <a16:creationId xmlns:a16="http://schemas.microsoft.com/office/drawing/2014/main" id="{3711F34B-4EE0-9540-2A36-49C0030AD621}"/>
                </a:ext>
              </a:extLst>
            </p:cNvPr>
            <p:cNvCxnSpPr>
              <a:cxnSpLocks/>
              <a:stCxn id="377" idx="0"/>
              <a:endCxn id="363" idx="2"/>
            </p:cNvCxnSpPr>
            <p:nvPr/>
          </p:nvCxnSpPr>
          <p:spPr>
            <a:xfrm flipV="1">
              <a:off x="1681292" y="1668427"/>
              <a:ext cx="17" cy="670765"/>
            </a:xfrm>
            <a:prstGeom prst="straightConnector1">
              <a:avLst/>
            </a:prstGeom>
            <a:ln>
              <a:solidFill>
                <a:schemeClr val="bg1">
                  <a:lumMod val="85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376" name="Group 375">
              <a:extLst>
                <a:ext uri="{FF2B5EF4-FFF2-40B4-BE49-F238E27FC236}">
                  <a16:creationId xmlns:a16="http://schemas.microsoft.com/office/drawing/2014/main" id="{B744CC1D-4636-C145-B183-CD2952665071}"/>
                </a:ext>
              </a:extLst>
            </p:cNvPr>
            <p:cNvGrpSpPr/>
            <p:nvPr/>
          </p:nvGrpSpPr>
          <p:grpSpPr>
            <a:xfrm>
              <a:off x="1299399" y="1352673"/>
              <a:ext cx="1031090" cy="1212475"/>
              <a:chOff x="1325775" y="1352673"/>
              <a:chExt cx="1031090" cy="1212475"/>
            </a:xfrm>
          </p:grpSpPr>
          <p:sp>
            <p:nvSpPr>
              <p:cNvPr id="366" name="TextBox 365">
                <a:extLst>
                  <a:ext uri="{FF2B5EF4-FFF2-40B4-BE49-F238E27FC236}">
                    <a16:creationId xmlns:a16="http://schemas.microsoft.com/office/drawing/2014/main" id="{B2B5607E-F9F1-7AA0-07F2-649EC5A5CC62}"/>
                  </a:ext>
                </a:extLst>
              </p:cNvPr>
              <p:cNvSpPr txBox="1"/>
              <p:nvPr/>
            </p:nvSpPr>
            <p:spPr>
              <a:xfrm>
                <a:off x="1772329" y="1352673"/>
                <a:ext cx="364202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dirty="0"/>
                  <a:t>…</a:t>
                </a:r>
              </a:p>
            </p:txBody>
          </p:sp>
          <p:grpSp>
            <p:nvGrpSpPr>
              <p:cNvPr id="374" name="Group 373">
                <a:extLst>
                  <a:ext uri="{FF2B5EF4-FFF2-40B4-BE49-F238E27FC236}">
                    <a16:creationId xmlns:a16="http://schemas.microsoft.com/office/drawing/2014/main" id="{A9819074-045E-2F6D-E94F-AC483B410EE9}"/>
                  </a:ext>
                </a:extLst>
              </p:cNvPr>
              <p:cNvGrpSpPr/>
              <p:nvPr/>
            </p:nvGrpSpPr>
            <p:grpSpPr>
              <a:xfrm>
                <a:off x="1325775" y="1489114"/>
                <a:ext cx="1031090" cy="1076034"/>
                <a:chOff x="2151107" y="5766949"/>
                <a:chExt cx="1031090" cy="1076034"/>
              </a:xfrm>
            </p:grpSpPr>
            <p:cxnSp>
              <p:nvCxnSpPr>
                <p:cNvPr id="371" name="Straight Arrow Connector 370">
                  <a:extLst>
                    <a:ext uri="{FF2B5EF4-FFF2-40B4-BE49-F238E27FC236}">
                      <a16:creationId xmlns:a16="http://schemas.microsoft.com/office/drawing/2014/main" id="{159D9419-59E1-0D22-2C3F-576816712186}"/>
                    </a:ext>
                  </a:extLst>
                </p:cNvPr>
                <p:cNvCxnSpPr>
                  <a:cxnSpLocks/>
                  <a:stCxn id="358" idx="0"/>
                  <a:endCxn id="365" idx="2"/>
                </p:cNvCxnSpPr>
                <p:nvPr/>
              </p:nvCxnSpPr>
              <p:spPr>
                <a:xfrm flipV="1">
                  <a:off x="3055139" y="5947606"/>
                  <a:ext cx="4396" cy="669137"/>
                </a:xfrm>
                <a:prstGeom prst="straightConnector1">
                  <a:avLst/>
                </a:prstGeom>
                <a:ln>
                  <a:solidFill>
                    <a:schemeClr val="bg1">
                      <a:lumMod val="85000"/>
                    </a:schemeClr>
                  </a:solidFill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356" name="Rectangle 355">
                  <a:extLst>
                    <a:ext uri="{FF2B5EF4-FFF2-40B4-BE49-F238E27FC236}">
                      <a16:creationId xmlns:a16="http://schemas.microsoft.com/office/drawing/2014/main" id="{DAE499A1-5245-1050-EC59-3E1227FB026E}"/>
                    </a:ext>
                  </a:extLst>
                </p:cNvPr>
                <p:cNvSpPr/>
                <p:nvPr/>
              </p:nvSpPr>
              <p:spPr>
                <a:xfrm>
                  <a:off x="2254301" y="6616743"/>
                  <a:ext cx="182880" cy="179313"/>
                </a:xfrm>
                <a:prstGeom prst="rect">
                  <a:avLst/>
                </a:prstGeom>
                <a:solidFill>
                  <a:schemeClr val="tx2">
                    <a:lumMod val="25000"/>
                    <a:lumOff val="75000"/>
                  </a:schemeClr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358" name="Rectangle 357">
                  <a:extLst>
                    <a:ext uri="{FF2B5EF4-FFF2-40B4-BE49-F238E27FC236}">
                      <a16:creationId xmlns:a16="http://schemas.microsoft.com/office/drawing/2014/main" id="{B884DDB2-096B-6957-1469-A16D66A7C928}"/>
                    </a:ext>
                  </a:extLst>
                </p:cNvPr>
                <p:cNvSpPr/>
                <p:nvPr/>
              </p:nvSpPr>
              <p:spPr>
                <a:xfrm>
                  <a:off x="2963699" y="6616743"/>
                  <a:ext cx="182880" cy="179313"/>
                </a:xfrm>
                <a:prstGeom prst="rect">
                  <a:avLst/>
                </a:prstGeom>
                <a:solidFill>
                  <a:schemeClr val="tx2">
                    <a:lumMod val="25000"/>
                    <a:lumOff val="75000"/>
                  </a:schemeClr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cxnSp>
              <p:nvCxnSpPr>
                <p:cNvPr id="360" name="Straight Arrow Connector 359">
                  <a:extLst>
                    <a:ext uri="{FF2B5EF4-FFF2-40B4-BE49-F238E27FC236}">
                      <a16:creationId xmlns:a16="http://schemas.microsoft.com/office/drawing/2014/main" id="{E4F0E4DA-957E-6290-CCAA-55D83B2A23FA}"/>
                    </a:ext>
                  </a:extLst>
                </p:cNvPr>
                <p:cNvCxnSpPr>
                  <a:cxnSpLocks/>
                  <a:stCxn id="356" idx="0"/>
                  <a:endCxn id="361" idx="2"/>
                </p:cNvCxnSpPr>
                <p:nvPr/>
              </p:nvCxnSpPr>
              <p:spPr>
                <a:xfrm flipV="1">
                  <a:off x="2345741" y="5947975"/>
                  <a:ext cx="9208" cy="668768"/>
                </a:xfrm>
                <a:prstGeom prst="straightConnector1">
                  <a:avLst/>
                </a:prstGeom>
                <a:ln>
                  <a:solidFill>
                    <a:schemeClr val="bg1">
                      <a:lumMod val="85000"/>
                    </a:schemeClr>
                  </a:solidFill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361" name="Rectangle 360">
                  <a:extLst>
                    <a:ext uri="{FF2B5EF4-FFF2-40B4-BE49-F238E27FC236}">
                      <a16:creationId xmlns:a16="http://schemas.microsoft.com/office/drawing/2014/main" id="{B9E1BDED-EC97-A589-A544-D51B4CB573DB}"/>
                    </a:ext>
                  </a:extLst>
                </p:cNvPr>
                <p:cNvSpPr/>
                <p:nvPr/>
              </p:nvSpPr>
              <p:spPr>
                <a:xfrm>
                  <a:off x="2263509" y="5768662"/>
                  <a:ext cx="182880" cy="179313"/>
                </a:xfrm>
                <a:prstGeom prst="rect">
                  <a:avLst/>
                </a:prstGeom>
                <a:solidFill>
                  <a:schemeClr val="tx2">
                    <a:lumMod val="25000"/>
                    <a:lumOff val="75000"/>
                  </a:schemeClr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363" name="Rectangle 362">
                  <a:extLst>
                    <a:ext uri="{FF2B5EF4-FFF2-40B4-BE49-F238E27FC236}">
                      <a16:creationId xmlns:a16="http://schemas.microsoft.com/office/drawing/2014/main" id="{42CFD13A-10F1-2EB7-3B87-CDE2FFDCA620}"/>
                    </a:ext>
                  </a:extLst>
                </p:cNvPr>
                <p:cNvSpPr/>
                <p:nvPr/>
              </p:nvSpPr>
              <p:spPr>
                <a:xfrm>
                  <a:off x="2441577" y="5766949"/>
                  <a:ext cx="182880" cy="179313"/>
                </a:xfrm>
                <a:prstGeom prst="rect">
                  <a:avLst/>
                </a:prstGeom>
                <a:solidFill>
                  <a:schemeClr val="tx2">
                    <a:lumMod val="25000"/>
                    <a:lumOff val="75000"/>
                  </a:schemeClr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365" name="Rectangle 364">
                  <a:extLst>
                    <a:ext uri="{FF2B5EF4-FFF2-40B4-BE49-F238E27FC236}">
                      <a16:creationId xmlns:a16="http://schemas.microsoft.com/office/drawing/2014/main" id="{51A5669E-F34E-14A4-7CC1-7E76D0D5FE30}"/>
                    </a:ext>
                  </a:extLst>
                </p:cNvPr>
                <p:cNvSpPr/>
                <p:nvPr/>
              </p:nvSpPr>
              <p:spPr>
                <a:xfrm>
                  <a:off x="2968095" y="5768293"/>
                  <a:ext cx="182880" cy="179313"/>
                </a:xfrm>
                <a:prstGeom prst="rect">
                  <a:avLst/>
                </a:prstGeom>
                <a:solidFill>
                  <a:schemeClr val="tx2">
                    <a:lumMod val="25000"/>
                    <a:lumOff val="75000"/>
                  </a:schemeClr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367" name="TextBox 366">
                  <a:extLst>
                    <a:ext uri="{FF2B5EF4-FFF2-40B4-BE49-F238E27FC236}">
                      <a16:creationId xmlns:a16="http://schemas.microsoft.com/office/drawing/2014/main" id="{3761406C-178A-3D42-98CD-0849F0F1698A}"/>
                    </a:ext>
                  </a:extLst>
                </p:cNvPr>
                <p:cNvSpPr txBox="1"/>
                <p:nvPr/>
              </p:nvSpPr>
              <p:spPr>
                <a:xfrm>
                  <a:off x="2620061" y="6473651"/>
                  <a:ext cx="341794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dirty="0"/>
                    <a:t>…</a:t>
                  </a:r>
                </a:p>
              </p:txBody>
            </p:sp>
            <p:sp>
              <p:nvSpPr>
                <p:cNvPr id="354" name="Rounded Rectangle 353">
                  <a:extLst>
                    <a:ext uri="{FF2B5EF4-FFF2-40B4-BE49-F238E27FC236}">
                      <a16:creationId xmlns:a16="http://schemas.microsoft.com/office/drawing/2014/main" id="{D146C565-1A39-63B3-3110-D4EFE15E21FF}"/>
                    </a:ext>
                  </a:extLst>
                </p:cNvPr>
                <p:cNvSpPr/>
                <p:nvPr/>
              </p:nvSpPr>
              <p:spPr>
                <a:xfrm>
                  <a:off x="2151107" y="6081213"/>
                  <a:ext cx="1031090" cy="405544"/>
                </a:xfrm>
                <a:prstGeom prst="roundRect">
                  <a:avLst/>
                </a:prstGeom>
                <a:solidFill>
                  <a:schemeClr val="bg2">
                    <a:lumMod val="75000"/>
                  </a:schemeClr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Model</a:t>
                  </a:r>
                </a:p>
              </p:txBody>
            </p:sp>
          </p:grpSp>
        </p:grpSp>
        <p:sp>
          <p:nvSpPr>
            <p:cNvPr id="377" name="Rectangle 376">
              <a:extLst>
                <a:ext uri="{FF2B5EF4-FFF2-40B4-BE49-F238E27FC236}">
                  <a16:creationId xmlns:a16="http://schemas.microsoft.com/office/drawing/2014/main" id="{82BADB67-206F-8AC2-F45F-F8FD502BD727}"/>
                </a:ext>
              </a:extLst>
            </p:cNvPr>
            <p:cNvSpPr/>
            <p:nvPr/>
          </p:nvSpPr>
          <p:spPr>
            <a:xfrm>
              <a:off x="1589852" y="2339192"/>
              <a:ext cx="182880" cy="179313"/>
            </a:xfrm>
            <a:prstGeom prst="rect">
              <a:avLst/>
            </a:prstGeom>
            <a:solidFill>
              <a:schemeClr val="tx2">
                <a:lumMod val="25000"/>
                <a:lumOff val="7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384" name="Curved Connector 383">
            <a:extLst>
              <a:ext uri="{FF2B5EF4-FFF2-40B4-BE49-F238E27FC236}">
                <a16:creationId xmlns:a16="http://schemas.microsoft.com/office/drawing/2014/main" id="{43CE0845-053F-E6FB-412F-72F91F4633A4}"/>
              </a:ext>
            </a:extLst>
          </p:cNvPr>
          <p:cNvCxnSpPr>
            <a:cxnSpLocks/>
            <a:stCxn id="126" idx="0"/>
            <a:endCxn id="55" idx="3"/>
          </p:cNvCxnSpPr>
          <p:nvPr/>
        </p:nvCxnSpPr>
        <p:spPr>
          <a:xfrm rot="16200000" flipV="1">
            <a:off x="3230994" y="3006244"/>
            <a:ext cx="1070905" cy="804071"/>
          </a:xfrm>
          <a:prstGeom prst="curvedConnector2">
            <a:avLst/>
          </a:prstGeom>
          <a:ln>
            <a:solidFill>
              <a:srgbClr val="F6C6AD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6366483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5C4075-68C5-4356-4C63-E718961EE6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Rounded Rectangle 145">
            <a:extLst>
              <a:ext uri="{FF2B5EF4-FFF2-40B4-BE49-F238E27FC236}">
                <a16:creationId xmlns:a16="http://schemas.microsoft.com/office/drawing/2014/main" id="{99002098-52DC-7F19-3163-D75F6090D601}"/>
              </a:ext>
            </a:extLst>
          </p:cNvPr>
          <p:cNvSpPr/>
          <p:nvPr/>
        </p:nvSpPr>
        <p:spPr>
          <a:xfrm>
            <a:off x="1191661" y="1180756"/>
            <a:ext cx="3845147" cy="4487271"/>
          </a:xfrm>
          <a:prstGeom prst="roundRect">
            <a:avLst>
              <a:gd name="adj" fmla="val 7862"/>
            </a:avLst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393" name="Group 392">
            <a:extLst>
              <a:ext uri="{FF2B5EF4-FFF2-40B4-BE49-F238E27FC236}">
                <a16:creationId xmlns:a16="http://schemas.microsoft.com/office/drawing/2014/main" id="{45664607-28C0-7395-75DC-678754095C58}"/>
              </a:ext>
            </a:extLst>
          </p:cNvPr>
          <p:cNvGrpSpPr/>
          <p:nvPr/>
        </p:nvGrpSpPr>
        <p:grpSpPr>
          <a:xfrm>
            <a:off x="2646592" y="3923398"/>
            <a:ext cx="820763" cy="348095"/>
            <a:chOff x="2646592" y="3923398"/>
            <a:chExt cx="820763" cy="348095"/>
          </a:xfrm>
        </p:grpSpPr>
        <p:sp>
          <p:nvSpPr>
            <p:cNvPr id="60" name="Rectangle 59">
              <a:extLst>
                <a:ext uri="{FF2B5EF4-FFF2-40B4-BE49-F238E27FC236}">
                  <a16:creationId xmlns:a16="http://schemas.microsoft.com/office/drawing/2014/main" id="{352A68A3-3E61-3019-0B5E-E32A3289FF58}"/>
                </a:ext>
              </a:extLst>
            </p:cNvPr>
            <p:cNvSpPr/>
            <p:nvPr/>
          </p:nvSpPr>
          <p:spPr>
            <a:xfrm>
              <a:off x="2724521" y="3923398"/>
              <a:ext cx="640080" cy="348095"/>
            </a:xfrm>
            <a:prstGeom prst="rect">
              <a:avLst/>
            </a:prstGeom>
            <a:solidFill>
              <a:srgbClr val="FF7D7A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effectLst>
                  <a:outerShdw blurRad="50800" dist="38100" algn="l" rotWithShape="0">
                    <a:prstClr val="black">
                      <a:alpha val="40000"/>
                    </a:prstClr>
                  </a:outerShdw>
                </a:effectLst>
              </a:endParaRPr>
            </a:p>
          </p:txBody>
        </p:sp>
        <p:sp>
          <p:nvSpPr>
            <p:cNvPr id="61" name="TextBox 60">
              <a:extLst>
                <a:ext uri="{FF2B5EF4-FFF2-40B4-BE49-F238E27FC236}">
                  <a16:creationId xmlns:a16="http://schemas.microsoft.com/office/drawing/2014/main" id="{E0AC76F8-5CAE-5D41-B15A-6985E3EE1902}"/>
                </a:ext>
              </a:extLst>
            </p:cNvPr>
            <p:cNvSpPr txBox="1"/>
            <p:nvPr/>
          </p:nvSpPr>
          <p:spPr>
            <a:xfrm>
              <a:off x="2646592" y="3943556"/>
              <a:ext cx="820763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>
                  <a:solidFill>
                    <a:schemeClr val="bg1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reject</a:t>
              </a:r>
            </a:p>
          </p:txBody>
        </p:sp>
      </p:grpSp>
      <p:grpSp>
        <p:nvGrpSpPr>
          <p:cNvPr id="397" name="Group 396">
            <a:extLst>
              <a:ext uri="{FF2B5EF4-FFF2-40B4-BE49-F238E27FC236}">
                <a16:creationId xmlns:a16="http://schemas.microsoft.com/office/drawing/2014/main" id="{2576CC88-0875-49A3-E937-FC625C64A264}"/>
              </a:ext>
            </a:extLst>
          </p:cNvPr>
          <p:cNvGrpSpPr/>
          <p:nvPr/>
        </p:nvGrpSpPr>
        <p:grpSpPr>
          <a:xfrm>
            <a:off x="2724330" y="1492204"/>
            <a:ext cx="644236" cy="348095"/>
            <a:chOff x="2724330" y="1492204"/>
            <a:chExt cx="644236" cy="348095"/>
          </a:xfrm>
        </p:grpSpPr>
        <p:sp>
          <p:nvSpPr>
            <p:cNvPr id="47" name="Rectangle 46">
              <a:extLst>
                <a:ext uri="{FF2B5EF4-FFF2-40B4-BE49-F238E27FC236}">
                  <a16:creationId xmlns:a16="http://schemas.microsoft.com/office/drawing/2014/main" id="{E042ABFE-148D-540F-C6E5-4E51C51745B2}"/>
                </a:ext>
              </a:extLst>
            </p:cNvPr>
            <p:cNvSpPr/>
            <p:nvPr/>
          </p:nvSpPr>
          <p:spPr>
            <a:xfrm>
              <a:off x="2724330" y="1492204"/>
              <a:ext cx="644236" cy="348095"/>
            </a:xfrm>
            <a:prstGeom prst="rect">
              <a:avLst/>
            </a:prstGeom>
            <a:solidFill>
              <a:srgbClr val="A7CAED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effectLst>
                  <a:outerShdw blurRad="50800" dist="38100" algn="l" rotWithShape="0">
                    <a:prstClr val="black">
                      <a:alpha val="40000"/>
                    </a:prstClr>
                  </a:outerShdw>
                </a:effectLst>
              </a:endParaRPr>
            </a:p>
          </p:txBody>
        </p:sp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8115A6EC-B754-B35E-8988-D6973C2EDE35}"/>
                </a:ext>
              </a:extLst>
            </p:cNvPr>
            <p:cNvSpPr txBox="1"/>
            <p:nvPr/>
          </p:nvSpPr>
          <p:spPr>
            <a:xfrm>
              <a:off x="2724330" y="1512362"/>
              <a:ext cx="644236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>
                  <a:solidFill>
                    <a:schemeClr val="bg1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It</a:t>
              </a:r>
            </a:p>
          </p:txBody>
        </p:sp>
      </p:grpSp>
      <p:grpSp>
        <p:nvGrpSpPr>
          <p:cNvPr id="396" name="Group 395">
            <a:extLst>
              <a:ext uri="{FF2B5EF4-FFF2-40B4-BE49-F238E27FC236}">
                <a16:creationId xmlns:a16="http://schemas.microsoft.com/office/drawing/2014/main" id="{9534DB05-1AA7-B001-5408-27A95915311D}"/>
              </a:ext>
            </a:extLst>
          </p:cNvPr>
          <p:cNvGrpSpPr/>
          <p:nvPr/>
        </p:nvGrpSpPr>
        <p:grpSpPr>
          <a:xfrm>
            <a:off x="2724330" y="2104658"/>
            <a:ext cx="640080" cy="348095"/>
            <a:chOff x="2724330" y="2104658"/>
            <a:chExt cx="640080" cy="348095"/>
          </a:xfrm>
        </p:grpSpPr>
        <p:sp>
          <p:nvSpPr>
            <p:cNvPr id="51" name="Rectangle 50">
              <a:extLst>
                <a:ext uri="{FF2B5EF4-FFF2-40B4-BE49-F238E27FC236}">
                  <a16:creationId xmlns:a16="http://schemas.microsoft.com/office/drawing/2014/main" id="{9E851BBD-69CA-F764-A359-8FB5889CFA15}"/>
                </a:ext>
              </a:extLst>
            </p:cNvPr>
            <p:cNvSpPr/>
            <p:nvPr/>
          </p:nvSpPr>
          <p:spPr>
            <a:xfrm>
              <a:off x="2724330" y="2104658"/>
              <a:ext cx="640080" cy="348095"/>
            </a:xfrm>
            <a:prstGeom prst="rect">
              <a:avLst/>
            </a:prstGeom>
            <a:solidFill>
              <a:srgbClr val="A7CAED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effectLst>
                  <a:outerShdw blurRad="50800" dist="38100" algn="l" rotWithShape="0">
                    <a:prstClr val="black">
                      <a:alpha val="40000"/>
                    </a:prstClr>
                  </a:outerShdw>
                </a:effectLst>
              </a:endParaRPr>
            </a:p>
          </p:txBody>
        </p:sp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B7D93D34-6CFB-FA04-C725-30699526F600}"/>
                </a:ext>
              </a:extLst>
            </p:cNvPr>
            <p:cNvSpPr txBox="1"/>
            <p:nvPr/>
          </p:nvSpPr>
          <p:spPr>
            <a:xfrm>
              <a:off x="2724331" y="2124816"/>
              <a:ext cx="640079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>
                  <a:solidFill>
                    <a:schemeClr val="bg1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is</a:t>
              </a:r>
            </a:p>
          </p:txBody>
        </p:sp>
      </p:grpSp>
      <p:grpSp>
        <p:nvGrpSpPr>
          <p:cNvPr id="395" name="Group 394">
            <a:extLst>
              <a:ext uri="{FF2B5EF4-FFF2-40B4-BE49-F238E27FC236}">
                <a16:creationId xmlns:a16="http://schemas.microsoft.com/office/drawing/2014/main" id="{DDC3E06D-4C79-1BDF-380A-1D565A81C80E}"/>
              </a:ext>
            </a:extLst>
          </p:cNvPr>
          <p:cNvGrpSpPr/>
          <p:nvPr/>
        </p:nvGrpSpPr>
        <p:grpSpPr>
          <a:xfrm>
            <a:off x="2724330" y="2698780"/>
            <a:ext cx="640080" cy="348095"/>
            <a:chOff x="2724330" y="2698780"/>
            <a:chExt cx="640080" cy="348095"/>
          </a:xfrm>
        </p:grpSpPr>
        <p:sp>
          <p:nvSpPr>
            <p:cNvPr id="54" name="Rectangle 53">
              <a:extLst>
                <a:ext uri="{FF2B5EF4-FFF2-40B4-BE49-F238E27FC236}">
                  <a16:creationId xmlns:a16="http://schemas.microsoft.com/office/drawing/2014/main" id="{92AD44C8-CF33-01A6-58F4-5E70A50098D0}"/>
                </a:ext>
              </a:extLst>
            </p:cNvPr>
            <p:cNvSpPr/>
            <p:nvPr/>
          </p:nvSpPr>
          <p:spPr>
            <a:xfrm>
              <a:off x="2724330" y="2698780"/>
              <a:ext cx="640080" cy="348095"/>
            </a:xfrm>
            <a:prstGeom prst="rect">
              <a:avLst/>
            </a:prstGeom>
            <a:solidFill>
              <a:srgbClr val="A7CAED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effectLst>
                  <a:outerShdw blurRad="50800" dist="38100" algn="l" rotWithShape="0">
                    <a:prstClr val="black">
                      <a:alpha val="40000"/>
                    </a:prstClr>
                  </a:outerShdw>
                </a:effectLst>
              </a:endParaRPr>
            </a:p>
          </p:txBody>
        </p:sp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08A92838-F579-EBB8-538A-1A59B8A9E412}"/>
                </a:ext>
              </a:extLst>
            </p:cNvPr>
            <p:cNvSpPr txBox="1"/>
            <p:nvPr/>
          </p:nvSpPr>
          <p:spPr>
            <a:xfrm>
              <a:off x="2724331" y="2718938"/>
              <a:ext cx="640079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>
                  <a:solidFill>
                    <a:schemeClr val="bg1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a</a:t>
              </a:r>
            </a:p>
          </p:txBody>
        </p:sp>
      </p:grpSp>
      <p:grpSp>
        <p:nvGrpSpPr>
          <p:cNvPr id="392" name="Group 391">
            <a:extLst>
              <a:ext uri="{FF2B5EF4-FFF2-40B4-BE49-F238E27FC236}">
                <a16:creationId xmlns:a16="http://schemas.microsoft.com/office/drawing/2014/main" id="{66D10C86-05A9-4C67-E3C9-E467391D4060}"/>
              </a:ext>
            </a:extLst>
          </p:cNvPr>
          <p:cNvGrpSpPr/>
          <p:nvPr/>
        </p:nvGrpSpPr>
        <p:grpSpPr>
          <a:xfrm>
            <a:off x="1463503" y="3314520"/>
            <a:ext cx="819554" cy="348095"/>
            <a:chOff x="1463503" y="3314520"/>
            <a:chExt cx="819554" cy="348095"/>
          </a:xfrm>
        </p:grpSpPr>
        <p:sp>
          <p:nvSpPr>
            <p:cNvPr id="72" name="Rectangle 71">
              <a:extLst>
                <a:ext uri="{FF2B5EF4-FFF2-40B4-BE49-F238E27FC236}">
                  <a16:creationId xmlns:a16="http://schemas.microsoft.com/office/drawing/2014/main" id="{CE4462AC-FEEA-0ED9-B026-1462D9582D2E}"/>
                </a:ext>
              </a:extLst>
            </p:cNvPr>
            <p:cNvSpPr/>
            <p:nvPr/>
          </p:nvSpPr>
          <p:spPr>
            <a:xfrm>
              <a:off x="1546627" y="3314520"/>
              <a:ext cx="640080" cy="348095"/>
            </a:xfrm>
            <a:prstGeom prst="rect">
              <a:avLst/>
            </a:prstGeom>
            <a:solidFill>
              <a:srgbClr val="A7CAED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effectLst>
                  <a:outerShdw blurRad="50800" dist="38100" algn="l" rotWithShape="0">
                    <a:prstClr val="black">
                      <a:alpha val="40000"/>
                    </a:prstClr>
                  </a:outerShdw>
                </a:effectLst>
              </a:endParaRPr>
            </a:p>
          </p:txBody>
        </p:sp>
        <p:sp>
          <p:nvSpPr>
            <p:cNvPr id="73" name="TextBox 72">
              <a:extLst>
                <a:ext uri="{FF2B5EF4-FFF2-40B4-BE49-F238E27FC236}">
                  <a16:creationId xmlns:a16="http://schemas.microsoft.com/office/drawing/2014/main" id="{09CC7E65-B8A0-3DF7-0B9F-1F625E73E0B0}"/>
                </a:ext>
              </a:extLst>
            </p:cNvPr>
            <p:cNvSpPr txBox="1"/>
            <p:nvPr/>
          </p:nvSpPr>
          <p:spPr>
            <a:xfrm>
              <a:off x="1463503" y="3334678"/>
              <a:ext cx="819554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>
                  <a:solidFill>
                    <a:schemeClr val="bg1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strong</a:t>
              </a:r>
            </a:p>
          </p:txBody>
        </p:sp>
      </p:grpSp>
      <p:grpSp>
        <p:nvGrpSpPr>
          <p:cNvPr id="391" name="Group 390">
            <a:extLst>
              <a:ext uri="{FF2B5EF4-FFF2-40B4-BE49-F238E27FC236}">
                <a16:creationId xmlns:a16="http://schemas.microsoft.com/office/drawing/2014/main" id="{1A59467C-7EB2-ED65-F1ED-E96DA7A7D754}"/>
              </a:ext>
            </a:extLst>
          </p:cNvPr>
          <p:cNvGrpSpPr/>
          <p:nvPr/>
        </p:nvGrpSpPr>
        <p:grpSpPr>
          <a:xfrm>
            <a:off x="1460139" y="3923080"/>
            <a:ext cx="836419" cy="348095"/>
            <a:chOff x="1460139" y="3923080"/>
            <a:chExt cx="836419" cy="348095"/>
          </a:xfrm>
        </p:grpSpPr>
        <p:sp>
          <p:nvSpPr>
            <p:cNvPr id="75" name="Rectangle 74">
              <a:extLst>
                <a:ext uri="{FF2B5EF4-FFF2-40B4-BE49-F238E27FC236}">
                  <a16:creationId xmlns:a16="http://schemas.microsoft.com/office/drawing/2014/main" id="{45A3AB1D-FB0E-E6A8-154F-AC09BE81FCDF}"/>
                </a:ext>
              </a:extLst>
            </p:cNvPr>
            <p:cNvSpPr/>
            <p:nvPr/>
          </p:nvSpPr>
          <p:spPr>
            <a:xfrm>
              <a:off x="1553653" y="3923080"/>
              <a:ext cx="640080" cy="348095"/>
            </a:xfrm>
            <a:prstGeom prst="rect">
              <a:avLst/>
            </a:prstGeom>
            <a:solidFill>
              <a:srgbClr val="A7CAED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effectLst>
                  <a:outerShdw blurRad="50800" dist="38100" algn="l" rotWithShape="0">
                    <a:prstClr val="black">
                      <a:alpha val="40000"/>
                    </a:prstClr>
                  </a:outerShdw>
                </a:effectLst>
              </a:endParaRPr>
            </a:p>
          </p:txBody>
        </p:sp>
        <p:sp>
          <p:nvSpPr>
            <p:cNvPr id="76" name="TextBox 75">
              <a:extLst>
                <a:ext uri="{FF2B5EF4-FFF2-40B4-BE49-F238E27FC236}">
                  <a16:creationId xmlns:a16="http://schemas.microsoft.com/office/drawing/2014/main" id="{10E607E0-DA8E-AC76-C2B4-982BF81106DD}"/>
                </a:ext>
              </a:extLst>
            </p:cNvPr>
            <p:cNvSpPr txBox="1"/>
            <p:nvPr/>
          </p:nvSpPr>
          <p:spPr>
            <a:xfrm>
              <a:off x="1460139" y="3943238"/>
              <a:ext cx="836419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>
                  <a:solidFill>
                    <a:schemeClr val="bg1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accept</a:t>
              </a:r>
            </a:p>
          </p:txBody>
        </p:sp>
      </p:grpSp>
      <p:cxnSp>
        <p:nvCxnSpPr>
          <p:cNvPr id="77" name="Straight Arrow Connector 76">
            <a:extLst>
              <a:ext uri="{FF2B5EF4-FFF2-40B4-BE49-F238E27FC236}">
                <a16:creationId xmlns:a16="http://schemas.microsoft.com/office/drawing/2014/main" id="{78028AE2-EA25-3DF4-3C12-FF4D7262BC7B}"/>
              </a:ext>
            </a:extLst>
          </p:cNvPr>
          <p:cNvCxnSpPr>
            <a:cxnSpLocks/>
            <a:stCxn id="47" idx="2"/>
            <a:endCxn id="51" idx="0"/>
          </p:cNvCxnSpPr>
          <p:nvPr/>
        </p:nvCxnSpPr>
        <p:spPr>
          <a:xfrm flipH="1">
            <a:off x="3044370" y="1840299"/>
            <a:ext cx="2078" cy="26435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0" name="Straight Arrow Connector 79">
            <a:extLst>
              <a:ext uri="{FF2B5EF4-FFF2-40B4-BE49-F238E27FC236}">
                <a16:creationId xmlns:a16="http://schemas.microsoft.com/office/drawing/2014/main" id="{0053AC6D-C5AD-7ABA-E189-EC2FBA3ECDF9}"/>
              </a:ext>
            </a:extLst>
          </p:cNvPr>
          <p:cNvCxnSpPr>
            <a:cxnSpLocks/>
            <a:stCxn id="51" idx="2"/>
            <a:endCxn id="55" idx="0"/>
          </p:cNvCxnSpPr>
          <p:nvPr/>
        </p:nvCxnSpPr>
        <p:spPr>
          <a:xfrm>
            <a:off x="3044370" y="2452753"/>
            <a:ext cx="1" cy="26618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grpSp>
        <p:nvGrpSpPr>
          <p:cNvPr id="398" name="Group 397">
            <a:extLst>
              <a:ext uri="{FF2B5EF4-FFF2-40B4-BE49-F238E27FC236}">
                <a16:creationId xmlns:a16="http://schemas.microsoft.com/office/drawing/2014/main" id="{9F6220D7-2E66-28D2-6493-A20B700E6976}"/>
              </a:ext>
            </a:extLst>
          </p:cNvPr>
          <p:cNvGrpSpPr/>
          <p:nvPr/>
        </p:nvGrpSpPr>
        <p:grpSpPr>
          <a:xfrm>
            <a:off x="2646592" y="4533008"/>
            <a:ext cx="820763" cy="348095"/>
            <a:chOff x="2646592" y="4533008"/>
            <a:chExt cx="820763" cy="348095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6F535E69-558E-09DC-6620-0E7E442A6AC5}"/>
                </a:ext>
              </a:extLst>
            </p:cNvPr>
            <p:cNvSpPr/>
            <p:nvPr/>
          </p:nvSpPr>
          <p:spPr>
            <a:xfrm>
              <a:off x="2731913" y="4533008"/>
              <a:ext cx="640080" cy="348095"/>
            </a:xfrm>
            <a:prstGeom prst="rect">
              <a:avLst/>
            </a:prstGeom>
            <a:solidFill>
              <a:srgbClr val="F6C6AD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effectLst>
                  <a:outerShdw blurRad="50800" dist="38100" algn="l" rotWithShape="0">
                    <a:prstClr val="black">
                      <a:alpha val="40000"/>
                    </a:prstClr>
                  </a:outerShdw>
                </a:effectLst>
              </a:endParaRPr>
            </a:p>
          </p:txBody>
        </p:sp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2A8D3E2B-9466-E1E3-CEBC-7FA3E069A92D}"/>
                </a:ext>
              </a:extLst>
            </p:cNvPr>
            <p:cNvSpPr txBox="1"/>
            <p:nvPr/>
          </p:nvSpPr>
          <p:spPr>
            <a:xfrm>
              <a:off x="2646592" y="4553166"/>
              <a:ext cx="820763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>
                  <a:solidFill>
                    <a:schemeClr val="bg1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&lt;UNDO&gt;</a:t>
              </a:r>
            </a:p>
          </p:txBody>
        </p:sp>
      </p:grpSp>
      <p:grpSp>
        <p:nvGrpSpPr>
          <p:cNvPr id="394" name="Group 393">
            <a:extLst>
              <a:ext uri="{FF2B5EF4-FFF2-40B4-BE49-F238E27FC236}">
                <a16:creationId xmlns:a16="http://schemas.microsoft.com/office/drawing/2014/main" id="{4E25306F-2C1E-EC86-DE6A-3C891D22025A}"/>
              </a:ext>
            </a:extLst>
          </p:cNvPr>
          <p:cNvGrpSpPr/>
          <p:nvPr/>
        </p:nvGrpSpPr>
        <p:grpSpPr>
          <a:xfrm>
            <a:off x="2721460" y="3313151"/>
            <a:ext cx="642950" cy="348095"/>
            <a:chOff x="2721460" y="3313151"/>
            <a:chExt cx="642950" cy="348095"/>
          </a:xfrm>
        </p:grpSpPr>
        <p:sp>
          <p:nvSpPr>
            <p:cNvPr id="65" name="Rectangle 64">
              <a:extLst>
                <a:ext uri="{FF2B5EF4-FFF2-40B4-BE49-F238E27FC236}">
                  <a16:creationId xmlns:a16="http://schemas.microsoft.com/office/drawing/2014/main" id="{5BBA28F0-0CC8-AA8D-3758-F9F2C74D3ADB}"/>
                </a:ext>
              </a:extLst>
            </p:cNvPr>
            <p:cNvSpPr/>
            <p:nvPr/>
          </p:nvSpPr>
          <p:spPr>
            <a:xfrm>
              <a:off x="2724330" y="3313151"/>
              <a:ext cx="640080" cy="348095"/>
            </a:xfrm>
            <a:prstGeom prst="rect">
              <a:avLst/>
            </a:prstGeom>
            <a:solidFill>
              <a:srgbClr val="FF7D7A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effectLst>
                  <a:outerShdw blurRad="50800" dist="38100" algn="l" rotWithShape="0">
                    <a:prstClr val="black">
                      <a:alpha val="40000"/>
                    </a:prstClr>
                  </a:outerShdw>
                </a:effectLst>
              </a:endParaRPr>
            </a:p>
          </p:txBody>
        </p:sp>
        <p:sp>
          <p:nvSpPr>
            <p:cNvPr id="66" name="TextBox 65">
              <a:extLst>
                <a:ext uri="{FF2B5EF4-FFF2-40B4-BE49-F238E27FC236}">
                  <a16:creationId xmlns:a16="http://schemas.microsoft.com/office/drawing/2014/main" id="{F3C9C9E7-F641-FB89-E754-0ABCB80897FA}"/>
                </a:ext>
              </a:extLst>
            </p:cNvPr>
            <p:cNvSpPr txBox="1"/>
            <p:nvPr/>
          </p:nvSpPr>
          <p:spPr>
            <a:xfrm>
              <a:off x="2721460" y="3333309"/>
              <a:ext cx="640079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>
                  <a:solidFill>
                    <a:schemeClr val="bg1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weak</a:t>
              </a:r>
            </a:p>
          </p:txBody>
        </p:sp>
      </p:grpSp>
      <p:cxnSp>
        <p:nvCxnSpPr>
          <p:cNvPr id="68" name="Straight Arrow Connector 67">
            <a:extLst>
              <a:ext uri="{FF2B5EF4-FFF2-40B4-BE49-F238E27FC236}">
                <a16:creationId xmlns:a16="http://schemas.microsoft.com/office/drawing/2014/main" id="{96EAEDB4-1B63-2BE1-5BA4-4EB15C0AA96E}"/>
              </a:ext>
            </a:extLst>
          </p:cNvPr>
          <p:cNvCxnSpPr>
            <a:cxnSpLocks/>
            <a:stCxn id="54" idx="2"/>
            <a:endCxn id="65" idx="0"/>
          </p:cNvCxnSpPr>
          <p:nvPr/>
        </p:nvCxnSpPr>
        <p:spPr>
          <a:xfrm>
            <a:off x="3044370" y="3046875"/>
            <a:ext cx="0" cy="26627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2" name="Curved Connector 91">
            <a:extLst>
              <a:ext uri="{FF2B5EF4-FFF2-40B4-BE49-F238E27FC236}">
                <a16:creationId xmlns:a16="http://schemas.microsoft.com/office/drawing/2014/main" id="{7812BA47-2493-8D46-7950-D9CBA8A076FC}"/>
              </a:ext>
            </a:extLst>
          </p:cNvPr>
          <p:cNvCxnSpPr>
            <a:cxnSpLocks/>
            <a:stCxn id="3" idx="1"/>
            <a:endCxn id="65" idx="1"/>
          </p:cNvCxnSpPr>
          <p:nvPr/>
        </p:nvCxnSpPr>
        <p:spPr>
          <a:xfrm rot="10800000">
            <a:off x="2724331" y="3487200"/>
            <a:ext cx="7583" cy="1219857"/>
          </a:xfrm>
          <a:prstGeom prst="curvedConnector3">
            <a:avLst>
              <a:gd name="adj1" fmla="val 4023157"/>
            </a:avLst>
          </a:prstGeom>
          <a:ln>
            <a:solidFill>
              <a:srgbClr val="F6C6AD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6" name="Straight Arrow Connector 115">
            <a:extLst>
              <a:ext uri="{FF2B5EF4-FFF2-40B4-BE49-F238E27FC236}">
                <a16:creationId xmlns:a16="http://schemas.microsoft.com/office/drawing/2014/main" id="{776B3E6E-B5B5-5CEE-29F3-ED9DD3CC7286}"/>
              </a:ext>
            </a:extLst>
          </p:cNvPr>
          <p:cNvCxnSpPr>
            <a:cxnSpLocks/>
            <a:stCxn id="65" idx="2"/>
            <a:endCxn id="60" idx="0"/>
          </p:cNvCxnSpPr>
          <p:nvPr/>
        </p:nvCxnSpPr>
        <p:spPr>
          <a:xfrm>
            <a:off x="3044370" y="3661246"/>
            <a:ext cx="191" cy="26215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21" name="Straight Arrow Connector 120">
            <a:extLst>
              <a:ext uri="{FF2B5EF4-FFF2-40B4-BE49-F238E27FC236}">
                <a16:creationId xmlns:a16="http://schemas.microsoft.com/office/drawing/2014/main" id="{EA2D093A-0C35-9B25-5968-78FC7D099A79}"/>
              </a:ext>
            </a:extLst>
          </p:cNvPr>
          <p:cNvCxnSpPr>
            <a:cxnSpLocks/>
            <a:stCxn id="60" idx="2"/>
            <a:endCxn id="3" idx="0"/>
          </p:cNvCxnSpPr>
          <p:nvPr/>
        </p:nvCxnSpPr>
        <p:spPr>
          <a:xfrm>
            <a:off x="3044561" y="4271493"/>
            <a:ext cx="7392" cy="26151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grpSp>
        <p:nvGrpSpPr>
          <p:cNvPr id="390" name="Group 389">
            <a:extLst>
              <a:ext uri="{FF2B5EF4-FFF2-40B4-BE49-F238E27FC236}">
                <a16:creationId xmlns:a16="http://schemas.microsoft.com/office/drawing/2014/main" id="{A6F8B65E-6952-81BF-34ED-814EB1FB34A0}"/>
              </a:ext>
            </a:extLst>
          </p:cNvPr>
          <p:cNvGrpSpPr/>
          <p:nvPr/>
        </p:nvGrpSpPr>
        <p:grpSpPr>
          <a:xfrm>
            <a:off x="3758099" y="3923574"/>
            <a:ext cx="820763" cy="348095"/>
            <a:chOff x="3758099" y="3923574"/>
            <a:chExt cx="820763" cy="348095"/>
          </a:xfrm>
        </p:grpSpPr>
        <p:sp>
          <p:nvSpPr>
            <p:cNvPr id="127" name="Rectangle 126">
              <a:extLst>
                <a:ext uri="{FF2B5EF4-FFF2-40B4-BE49-F238E27FC236}">
                  <a16:creationId xmlns:a16="http://schemas.microsoft.com/office/drawing/2014/main" id="{BB9FDAD8-5AA7-0DC4-28E1-5F283680B05D}"/>
                </a:ext>
              </a:extLst>
            </p:cNvPr>
            <p:cNvSpPr/>
            <p:nvPr/>
          </p:nvSpPr>
          <p:spPr>
            <a:xfrm>
              <a:off x="3843420" y="3923574"/>
              <a:ext cx="640080" cy="348095"/>
            </a:xfrm>
            <a:prstGeom prst="rect">
              <a:avLst/>
            </a:prstGeom>
            <a:solidFill>
              <a:srgbClr val="F6C6AD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effectLst>
                  <a:outerShdw blurRad="50800" dist="38100" algn="l" rotWithShape="0">
                    <a:prstClr val="black">
                      <a:alpha val="40000"/>
                    </a:prstClr>
                  </a:outerShdw>
                </a:effectLst>
              </a:endParaRPr>
            </a:p>
          </p:txBody>
        </p:sp>
        <p:sp>
          <p:nvSpPr>
            <p:cNvPr id="126" name="TextBox 125">
              <a:extLst>
                <a:ext uri="{FF2B5EF4-FFF2-40B4-BE49-F238E27FC236}">
                  <a16:creationId xmlns:a16="http://schemas.microsoft.com/office/drawing/2014/main" id="{C4DAB6EF-0F96-4642-D183-89F9D525CB1C}"/>
                </a:ext>
              </a:extLst>
            </p:cNvPr>
            <p:cNvSpPr txBox="1"/>
            <p:nvPr/>
          </p:nvSpPr>
          <p:spPr>
            <a:xfrm>
              <a:off x="3758099" y="3943732"/>
              <a:ext cx="820763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>
                  <a:solidFill>
                    <a:schemeClr val="bg1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&lt;UNDO&gt;</a:t>
              </a:r>
            </a:p>
          </p:txBody>
        </p:sp>
      </p:grpSp>
      <p:cxnSp>
        <p:nvCxnSpPr>
          <p:cNvPr id="132" name="Straight Arrow Connector 131">
            <a:extLst>
              <a:ext uri="{FF2B5EF4-FFF2-40B4-BE49-F238E27FC236}">
                <a16:creationId xmlns:a16="http://schemas.microsoft.com/office/drawing/2014/main" id="{BCCED589-7578-6022-F264-CE8026F6885C}"/>
              </a:ext>
            </a:extLst>
          </p:cNvPr>
          <p:cNvCxnSpPr>
            <a:cxnSpLocks/>
            <a:stCxn id="65" idx="3"/>
            <a:endCxn id="127" idx="1"/>
          </p:cNvCxnSpPr>
          <p:nvPr/>
        </p:nvCxnSpPr>
        <p:spPr>
          <a:xfrm>
            <a:off x="3364410" y="3487199"/>
            <a:ext cx="479010" cy="61042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38" name="Straight Arrow Connector 137">
            <a:extLst>
              <a:ext uri="{FF2B5EF4-FFF2-40B4-BE49-F238E27FC236}">
                <a16:creationId xmlns:a16="http://schemas.microsoft.com/office/drawing/2014/main" id="{4B8EAEAB-6ACA-607C-06A7-858A32E6ED00}"/>
              </a:ext>
            </a:extLst>
          </p:cNvPr>
          <p:cNvCxnSpPr>
            <a:cxnSpLocks/>
            <a:stCxn id="72" idx="2"/>
            <a:endCxn id="75" idx="0"/>
          </p:cNvCxnSpPr>
          <p:nvPr/>
        </p:nvCxnSpPr>
        <p:spPr>
          <a:xfrm>
            <a:off x="1866667" y="3662615"/>
            <a:ext cx="7026" cy="26046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43" name="Curved Connector 142">
            <a:extLst>
              <a:ext uri="{FF2B5EF4-FFF2-40B4-BE49-F238E27FC236}">
                <a16:creationId xmlns:a16="http://schemas.microsoft.com/office/drawing/2014/main" id="{EED9218B-C1C7-FAB1-FCA4-A435AB6FB623}"/>
              </a:ext>
            </a:extLst>
          </p:cNvPr>
          <p:cNvCxnSpPr>
            <a:cxnSpLocks/>
            <a:stCxn id="55" idx="1"/>
            <a:endCxn id="72" idx="0"/>
          </p:cNvCxnSpPr>
          <p:nvPr/>
        </p:nvCxnSpPr>
        <p:spPr>
          <a:xfrm rot="10800000" flipV="1">
            <a:off x="1866667" y="2872826"/>
            <a:ext cx="857664" cy="441693"/>
          </a:xfrm>
          <a:prstGeom prst="curved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148" name="Table 147">
            <a:extLst>
              <a:ext uri="{FF2B5EF4-FFF2-40B4-BE49-F238E27FC236}">
                <a16:creationId xmlns:a16="http://schemas.microsoft.com/office/drawing/2014/main" id="{8A94ED52-1777-2AAE-66CF-F905169048B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72986287"/>
              </p:ext>
            </p:extLst>
          </p:nvPr>
        </p:nvGraphicFramePr>
        <p:xfrm>
          <a:off x="1396592" y="5238944"/>
          <a:ext cx="3426660" cy="2590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85332">
                  <a:extLst>
                    <a:ext uri="{9D8B030D-6E8A-4147-A177-3AD203B41FA5}">
                      <a16:colId xmlns:a16="http://schemas.microsoft.com/office/drawing/2014/main" val="1125551485"/>
                    </a:ext>
                  </a:extLst>
                </a:gridCol>
                <a:gridCol w="685332">
                  <a:extLst>
                    <a:ext uri="{9D8B030D-6E8A-4147-A177-3AD203B41FA5}">
                      <a16:colId xmlns:a16="http://schemas.microsoft.com/office/drawing/2014/main" val="799101235"/>
                    </a:ext>
                  </a:extLst>
                </a:gridCol>
                <a:gridCol w="685332">
                  <a:extLst>
                    <a:ext uri="{9D8B030D-6E8A-4147-A177-3AD203B41FA5}">
                      <a16:colId xmlns:a16="http://schemas.microsoft.com/office/drawing/2014/main" val="1124319696"/>
                    </a:ext>
                  </a:extLst>
                </a:gridCol>
                <a:gridCol w="685332">
                  <a:extLst>
                    <a:ext uri="{9D8B030D-6E8A-4147-A177-3AD203B41FA5}">
                      <a16:colId xmlns:a16="http://schemas.microsoft.com/office/drawing/2014/main" val="2510937503"/>
                    </a:ext>
                  </a:extLst>
                </a:gridCol>
                <a:gridCol w="685332">
                  <a:extLst>
                    <a:ext uri="{9D8B030D-6E8A-4147-A177-3AD203B41FA5}">
                      <a16:colId xmlns:a16="http://schemas.microsoft.com/office/drawing/2014/main" val="2406923614"/>
                    </a:ext>
                  </a:extLst>
                </a:gridCol>
              </a:tblGrid>
              <a:tr h="182880"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It</a:t>
                      </a: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is</a:t>
                      </a: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a</a:t>
                      </a: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strong</a:t>
                      </a: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accept</a:t>
                      </a: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23596755"/>
                  </a:ext>
                </a:extLst>
              </a:tr>
            </a:tbl>
          </a:graphicData>
        </a:graphic>
      </p:graphicFrame>
      <p:sp>
        <p:nvSpPr>
          <p:cNvPr id="149" name="Down Arrow 148">
            <a:extLst>
              <a:ext uri="{FF2B5EF4-FFF2-40B4-BE49-F238E27FC236}">
                <a16:creationId xmlns:a16="http://schemas.microsoft.com/office/drawing/2014/main" id="{C1D13BC4-B3EE-C421-5F6F-B117E9DCABE3}"/>
              </a:ext>
            </a:extLst>
          </p:cNvPr>
          <p:cNvSpPr/>
          <p:nvPr/>
        </p:nvSpPr>
        <p:spPr>
          <a:xfrm>
            <a:off x="1772732" y="4404861"/>
            <a:ext cx="194896" cy="485775"/>
          </a:xfrm>
          <a:prstGeom prst="downArrow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1" name="Rounded Rectangle 150">
            <a:extLst>
              <a:ext uri="{FF2B5EF4-FFF2-40B4-BE49-F238E27FC236}">
                <a16:creationId xmlns:a16="http://schemas.microsoft.com/office/drawing/2014/main" id="{971979D4-C80D-2526-8C96-1CD14570C6BF}"/>
              </a:ext>
            </a:extLst>
          </p:cNvPr>
          <p:cNvSpPr/>
          <p:nvPr/>
        </p:nvSpPr>
        <p:spPr>
          <a:xfrm>
            <a:off x="5514719" y="1180756"/>
            <a:ext cx="5006959" cy="1816333"/>
          </a:xfrm>
          <a:prstGeom prst="roundRect">
            <a:avLst>
              <a:gd name="adj" fmla="val 7862"/>
            </a:avLst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2" name="Rectangle 151">
            <a:extLst>
              <a:ext uri="{FF2B5EF4-FFF2-40B4-BE49-F238E27FC236}">
                <a16:creationId xmlns:a16="http://schemas.microsoft.com/office/drawing/2014/main" id="{64375F8C-ECE5-6040-E102-A55A560C4598}"/>
              </a:ext>
            </a:extLst>
          </p:cNvPr>
          <p:cNvSpPr/>
          <p:nvPr/>
        </p:nvSpPr>
        <p:spPr>
          <a:xfrm>
            <a:off x="6702554" y="1803149"/>
            <a:ext cx="273722" cy="274320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3" name="Rectangle 152">
            <a:extLst>
              <a:ext uri="{FF2B5EF4-FFF2-40B4-BE49-F238E27FC236}">
                <a16:creationId xmlns:a16="http://schemas.microsoft.com/office/drawing/2014/main" id="{9220EBA2-971A-DA76-0BBC-D944F4518651}"/>
              </a:ext>
            </a:extLst>
          </p:cNvPr>
          <p:cNvSpPr/>
          <p:nvPr/>
        </p:nvSpPr>
        <p:spPr>
          <a:xfrm>
            <a:off x="6979194" y="1803149"/>
            <a:ext cx="273722" cy="274320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4" name="Rectangle 153">
            <a:extLst>
              <a:ext uri="{FF2B5EF4-FFF2-40B4-BE49-F238E27FC236}">
                <a16:creationId xmlns:a16="http://schemas.microsoft.com/office/drawing/2014/main" id="{94B05802-2560-C745-16B8-013A33EC26EC}"/>
              </a:ext>
            </a:extLst>
          </p:cNvPr>
          <p:cNvSpPr/>
          <p:nvPr/>
        </p:nvSpPr>
        <p:spPr>
          <a:xfrm>
            <a:off x="7252916" y="1803149"/>
            <a:ext cx="273722" cy="274320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5" name="Rectangle 154">
            <a:extLst>
              <a:ext uri="{FF2B5EF4-FFF2-40B4-BE49-F238E27FC236}">
                <a16:creationId xmlns:a16="http://schemas.microsoft.com/office/drawing/2014/main" id="{2AF676F8-8455-669B-C20E-B650E45C6218}"/>
              </a:ext>
            </a:extLst>
          </p:cNvPr>
          <p:cNvSpPr/>
          <p:nvPr/>
        </p:nvSpPr>
        <p:spPr>
          <a:xfrm>
            <a:off x="7526638" y="1803149"/>
            <a:ext cx="273722" cy="274320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6" name="Rectangle 155">
            <a:extLst>
              <a:ext uri="{FF2B5EF4-FFF2-40B4-BE49-F238E27FC236}">
                <a16:creationId xmlns:a16="http://schemas.microsoft.com/office/drawing/2014/main" id="{B0A77619-FC76-F72D-1DFA-C22216B5A602}"/>
              </a:ext>
            </a:extLst>
          </p:cNvPr>
          <p:cNvSpPr/>
          <p:nvPr/>
        </p:nvSpPr>
        <p:spPr>
          <a:xfrm>
            <a:off x="6702554" y="2446682"/>
            <a:ext cx="273722" cy="274320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7" name="Rectangle 156">
            <a:extLst>
              <a:ext uri="{FF2B5EF4-FFF2-40B4-BE49-F238E27FC236}">
                <a16:creationId xmlns:a16="http://schemas.microsoft.com/office/drawing/2014/main" id="{5878900D-98E3-76F8-FA98-7A768AA13123}"/>
              </a:ext>
            </a:extLst>
          </p:cNvPr>
          <p:cNvSpPr/>
          <p:nvPr/>
        </p:nvSpPr>
        <p:spPr>
          <a:xfrm>
            <a:off x="6979194" y="2446682"/>
            <a:ext cx="273722" cy="274320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8" name="Rectangle 157">
            <a:extLst>
              <a:ext uri="{FF2B5EF4-FFF2-40B4-BE49-F238E27FC236}">
                <a16:creationId xmlns:a16="http://schemas.microsoft.com/office/drawing/2014/main" id="{E8415E38-A36B-E90F-D58C-4185196E17A0}"/>
              </a:ext>
            </a:extLst>
          </p:cNvPr>
          <p:cNvSpPr/>
          <p:nvPr/>
        </p:nvSpPr>
        <p:spPr>
          <a:xfrm>
            <a:off x="7252916" y="2446682"/>
            <a:ext cx="273722" cy="274320"/>
          </a:xfrm>
          <a:prstGeom prst="rect">
            <a:avLst/>
          </a:prstGeom>
          <a:solidFill>
            <a:srgbClr val="FF7E79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9" name="Rectangle 158">
            <a:extLst>
              <a:ext uri="{FF2B5EF4-FFF2-40B4-BE49-F238E27FC236}">
                <a16:creationId xmlns:a16="http://schemas.microsoft.com/office/drawing/2014/main" id="{C366A65C-9C01-F525-91E4-BA98853BB858}"/>
              </a:ext>
            </a:extLst>
          </p:cNvPr>
          <p:cNvSpPr/>
          <p:nvPr/>
        </p:nvSpPr>
        <p:spPr>
          <a:xfrm>
            <a:off x="8018960" y="2115685"/>
            <a:ext cx="273722" cy="274320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0" name="Rectangle 159">
            <a:extLst>
              <a:ext uri="{FF2B5EF4-FFF2-40B4-BE49-F238E27FC236}">
                <a16:creationId xmlns:a16="http://schemas.microsoft.com/office/drawing/2014/main" id="{EFFE08D6-0DCD-62F2-C416-9DC0DA9C7623}"/>
              </a:ext>
            </a:extLst>
          </p:cNvPr>
          <p:cNvSpPr/>
          <p:nvPr/>
        </p:nvSpPr>
        <p:spPr>
          <a:xfrm>
            <a:off x="8295600" y="2115685"/>
            <a:ext cx="273722" cy="274320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1" name="Rectangle 160">
            <a:extLst>
              <a:ext uri="{FF2B5EF4-FFF2-40B4-BE49-F238E27FC236}">
                <a16:creationId xmlns:a16="http://schemas.microsoft.com/office/drawing/2014/main" id="{3425A0F5-1618-93FC-971E-E7FE9A546F25}"/>
              </a:ext>
            </a:extLst>
          </p:cNvPr>
          <p:cNvSpPr/>
          <p:nvPr/>
        </p:nvSpPr>
        <p:spPr>
          <a:xfrm>
            <a:off x="8569322" y="2115685"/>
            <a:ext cx="273722" cy="274320"/>
          </a:xfrm>
          <a:prstGeom prst="rect">
            <a:avLst/>
          </a:prstGeom>
          <a:solidFill>
            <a:srgbClr val="FF7E79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2" name="Rectangle 161">
            <a:extLst>
              <a:ext uri="{FF2B5EF4-FFF2-40B4-BE49-F238E27FC236}">
                <a16:creationId xmlns:a16="http://schemas.microsoft.com/office/drawing/2014/main" id="{CCFEF843-AA0E-45E0-0A80-5347ED89B960}"/>
              </a:ext>
            </a:extLst>
          </p:cNvPr>
          <p:cNvSpPr/>
          <p:nvPr/>
        </p:nvSpPr>
        <p:spPr>
          <a:xfrm>
            <a:off x="9387989" y="2112264"/>
            <a:ext cx="273722" cy="27432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63" name="Straight Connector 162">
            <a:extLst>
              <a:ext uri="{FF2B5EF4-FFF2-40B4-BE49-F238E27FC236}">
                <a16:creationId xmlns:a16="http://schemas.microsoft.com/office/drawing/2014/main" id="{4A154591-1D29-751B-11B1-26BA1CB3315C}"/>
              </a:ext>
            </a:extLst>
          </p:cNvPr>
          <p:cNvCxnSpPr>
            <a:stCxn id="152" idx="2"/>
            <a:endCxn id="156" idx="0"/>
          </p:cNvCxnSpPr>
          <p:nvPr/>
        </p:nvCxnSpPr>
        <p:spPr>
          <a:xfrm>
            <a:off x="6839415" y="2077469"/>
            <a:ext cx="0" cy="369213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prstDash val="sysDash"/>
            <a:headEnd type="arrow" w="sm" len="sm"/>
            <a:tailEnd type="arrow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4" name="Straight Connector 163">
            <a:extLst>
              <a:ext uri="{FF2B5EF4-FFF2-40B4-BE49-F238E27FC236}">
                <a16:creationId xmlns:a16="http://schemas.microsoft.com/office/drawing/2014/main" id="{0B629F99-C617-9576-8C4B-2114A34C692C}"/>
              </a:ext>
            </a:extLst>
          </p:cNvPr>
          <p:cNvCxnSpPr>
            <a:cxnSpLocks/>
            <a:stCxn id="153" idx="2"/>
            <a:endCxn id="157" idx="0"/>
          </p:cNvCxnSpPr>
          <p:nvPr/>
        </p:nvCxnSpPr>
        <p:spPr>
          <a:xfrm>
            <a:off x="7116055" y="2077469"/>
            <a:ext cx="0" cy="369213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prstDash val="sysDash"/>
            <a:headEnd type="arrow" w="sm" len="sm"/>
            <a:tailEnd type="arrow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5" name="Rectangle 164">
            <a:extLst>
              <a:ext uri="{FF2B5EF4-FFF2-40B4-BE49-F238E27FC236}">
                <a16:creationId xmlns:a16="http://schemas.microsoft.com/office/drawing/2014/main" id="{A6097BC9-C0B1-245C-03B8-5D65635F17E8}"/>
              </a:ext>
            </a:extLst>
          </p:cNvPr>
          <p:cNvSpPr/>
          <p:nvPr/>
        </p:nvSpPr>
        <p:spPr>
          <a:xfrm>
            <a:off x="9663171" y="2112264"/>
            <a:ext cx="273722" cy="274320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6" name="Rectangle 165">
            <a:extLst>
              <a:ext uri="{FF2B5EF4-FFF2-40B4-BE49-F238E27FC236}">
                <a16:creationId xmlns:a16="http://schemas.microsoft.com/office/drawing/2014/main" id="{41A0CD14-85ED-7DCC-E5AF-41F65263EF96}"/>
              </a:ext>
            </a:extLst>
          </p:cNvPr>
          <p:cNvSpPr/>
          <p:nvPr/>
        </p:nvSpPr>
        <p:spPr>
          <a:xfrm>
            <a:off x="9936893" y="2112264"/>
            <a:ext cx="273722" cy="274320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7" name="Rounded Rectangle 166">
            <a:extLst>
              <a:ext uri="{FF2B5EF4-FFF2-40B4-BE49-F238E27FC236}">
                <a16:creationId xmlns:a16="http://schemas.microsoft.com/office/drawing/2014/main" id="{20FEE4EA-7AC7-940F-B2A9-F56472A8B350}"/>
              </a:ext>
            </a:extLst>
          </p:cNvPr>
          <p:cNvSpPr/>
          <p:nvPr/>
        </p:nvSpPr>
        <p:spPr>
          <a:xfrm>
            <a:off x="6661144" y="2402116"/>
            <a:ext cx="630264" cy="371959"/>
          </a:xfrm>
          <a:prstGeom prst="roundRect">
            <a:avLst/>
          </a:prstGeom>
          <a:noFill/>
          <a:ln w="12700">
            <a:solidFill>
              <a:schemeClr val="tx1">
                <a:lumMod val="50000"/>
                <a:lumOff val="50000"/>
              </a:schemeClr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8" name="Rounded Rectangle 167">
            <a:extLst>
              <a:ext uri="{FF2B5EF4-FFF2-40B4-BE49-F238E27FC236}">
                <a16:creationId xmlns:a16="http://schemas.microsoft.com/office/drawing/2014/main" id="{60C78E63-BD8B-F6A1-2121-73561ED7F17E}"/>
              </a:ext>
            </a:extLst>
          </p:cNvPr>
          <p:cNvSpPr/>
          <p:nvPr/>
        </p:nvSpPr>
        <p:spPr>
          <a:xfrm>
            <a:off x="7211506" y="1753742"/>
            <a:ext cx="630264" cy="371959"/>
          </a:xfrm>
          <a:prstGeom prst="roundRect">
            <a:avLst/>
          </a:prstGeom>
          <a:noFill/>
          <a:ln w="12700">
            <a:solidFill>
              <a:schemeClr val="tx1">
                <a:lumMod val="50000"/>
                <a:lumOff val="50000"/>
              </a:schemeClr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9" name="Rounded Rectangle 168">
            <a:extLst>
              <a:ext uri="{FF2B5EF4-FFF2-40B4-BE49-F238E27FC236}">
                <a16:creationId xmlns:a16="http://schemas.microsoft.com/office/drawing/2014/main" id="{E4072134-2865-D13E-621D-B52CC212D54B}"/>
              </a:ext>
            </a:extLst>
          </p:cNvPr>
          <p:cNvSpPr/>
          <p:nvPr/>
        </p:nvSpPr>
        <p:spPr>
          <a:xfrm>
            <a:off x="7976088" y="2071119"/>
            <a:ext cx="630264" cy="371959"/>
          </a:xfrm>
          <a:prstGeom prst="roundRect">
            <a:avLst/>
          </a:prstGeom>
          <a:noFill/>
          <a:ln w="12700">
            <a:solidFill>
              <a:schemeClr val="tx1">
                <a:lumMod val="50000"/>
                <a:lumOff val="50000"/>
              </a:schemeClr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0" name="Rounded Rectangle 169">
            <a:extLst>
              <a:ext uri="{FF2B5EF4-FFF2-40B4-BE49-F238E27FC236}">
                <a16:creationId xmlns:a16="http://schemas.microsoft.com/office/drawing/2014/main" id="{D5A3FBE5-FCD9-B430-B132-8E018B4EE232}"/>
              </a:ext>
            </a:extLst>
          </p:cNvPr>
          <p:cNvSpPr/>
          <p:nvPr/>
        </p:nvSpPr>
        <p:spPr>
          <a:xfrm>
            <a:off x="9621761" y="2074860"/>
            <a:ext cx="630264" cy="371959"/>
          </a:xfrm>
          <a:prstGeom prst="roundRect">
            <a:avLst/>
          </a:prstGeom>
          <a:noFill/>
          <a:ln w="12700">
            <a:solidFill>
              <a:schemeClr val="tx1">
                <a:lumMod val="50000"/>
                <a:lumOff val="50000"/>
              </a:schemeClr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1" name="Rectangle 170">
            <a:extLst>
              <a:ext uri="{FF2B5EF4-FFF2-40B4-BE49-F238E27FC236}">
                <a16:creationId xmlns:a16="http://schemas.microsoft.com/office/drawing/2014/main" id="{D7DA81C0-974F-2DFA-4928-E4CDA45F9EAE}"/>
              </a:ext>
            </a:extLst>
          </p:cNvPr>
          <p:cNvSpPr/>
          <p:nvPr/>
        </p:nvSpPr>
        <p:spPr>
          <a:xfrm>
            <a:off x="3714209" y="1502597"/>
            <a:ext cx="273722" cy="274320"/>
          </a:xfrm>
          <a:prstGeom prst="rect">
            <a:avLst/>
          </a:prstGeom>
          <a:solidFill>
            <a:srgbClr val="FF7E79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2" name="TextBox 171">
            <a:extLst>
              <a:ext uri="{FF2B5EF4-FFF2-40B4-BE49-F238E27FC236}">
                <a16:creationId xmlns:a16="http://schemas.microsoft.com/office/drawing/2014/main" id="{0FCC7530-FC55-4A3D-07B5-06AEFFFBD476}"/>
              </a:ext>
            </a:extLst>
          </p:cNvPr>
          <p:cNvSpPr txBox="1"/>
          <p:nvPr/>
        </p:nvSpPr>
        <p:spPr>
          <a:xfrm>
            <a:off x="3987931" y="1493863"/>
            <a:ext cx="104887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Times New Roman" panose="020206030504050203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Error Token</a:t>
            </a:r>
          </a:p>
        </p:txBody>
      </p:sp>
      <p:sp>
        <p:nvSpPr>
          <p:cNvPr id="173" name="Rectangle 172">
            <a:extLst>
              <a:ext uri="{FF2B5EF4-FFF2-40B4-BE49-F238E27FC236}">
                <a16:creationId xmlns:a16="http://schemas.microsoft.com/office/drawing/2014/main" id="{24B1A888-A155-B05F-37FF-C4EB13CDC17C}"/>
              </a:ext>
            </a:extLst>
          </p:cNvPr>
          <p:cNvSpPr/>
          <p:nvPr/>
        </p:nvSpPr>
        <p:spPr>
          <a:xfrm>
            <a:off x="3716610" y="1967579"/>
            <a:ext cx="273722" cy="27432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4" name="TextBox 173">
            <a:extLst>
              <a:ext uri="{FF2B5EF4-FFF2-40B4-BE49-F238E27FC236}">
                <a16:creationId xmlns:a16="http://schemas.microsoft.com/office/drawing/2014/main" id="{F5B0A9B0-4DC2-AE7D-CC46-861D1D13CB4E}"/>
              </a:ext>
            </a:extLst>
          </p:cNvPr>
          <p:cNvSpPr txBox="1"/>
          <p:nvPr/>
        </p:nvSpPr>
        <p:spPr>
          <a:xfrm>
            <a:off x="3990332" y="1958845"/>
            <a:ext cx="140153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Times New Roman" panose="020206030504050203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Undo Token</a:t>
            </a:r>
          </a:p>
        </p:txBody>
      </p:sp>
      <p:sp>
        <p:nvSpPr>
          <p:cNvPr id="175" name="TextBox 174">
            <a:extLst>
              <a:ext uri="{FF2B5EF4-FFF2-40B4-BE49-F238E27FC236}">
                <a16:creationId xmlns:a16="http://schemas.microsoft.com/office/drawing/2014/main" id="{E058825D-5642-6316-B0D1-2AFC794FC880}"/>
              </a:ext>
            </a:extLst>
          </p:cNvPr>
          <p:cNvSpPr txBox="1"/>
          <p:nvPr/>
        </p:nvSpPr>
        <p:spPr>
          <a:xfrm>
            <a:off x="5687157" y="1794415"/>
            <a:ext cx="96960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i="1" dirty="0">
                <a:latin typeface="Times New Roman" panose="020206030504050203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Reference</a:t>
            </a:r>
          </a:p>
        </p:txBody>
      </p:sp>
      <p:sp>
        <p:nvSpPr>
          <p:cNvPr id="176" name="TextBox 175">
            <a:extLst>
              <a:ext uri="{FF2B5EF4-FFF2-40B4-BE49-F238E27FC236}">
                <a16:creationId xmlns:a16="http://schemas.microsoft.com/office/drawing/2014/main" id="{4E9A64B1-860F-1BE8-37D4-FD747DDD2C87}"/>
              </a:ext>
            </a:extLst>
          </p:cNvPr>
          <p:cNvSpPr txBox="1"/>
          <p:nvPr/>
        </p:nvSpPr>
        <p:spPr>
          <a:xfrm>
            <a:off x="5687157" y="2428170"/>
            <a:ext cx="97106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i="1" dirty="0">
                <a:latin typeface="Times New Roman" panose="020206030504050203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Generated</a:t>
            </a:r>
          </a:p>
        </p:txBody>
      </p:sp>
      <p:sp>
        <p:nvSpPr>
          <p:cNvPr id="177" name="TextBox 176">
            <a:extLst>
              <a:ext uri="{FF2B5EF4-FFF2-40B4-BE49-F238E27FC236}">
                <a16:creationId xmlns:a16="http://schemas.microsoft.com/office/drawing/2014/main" id="{857DDD5D-BC99-B276-D95E-A330E9E8CC4B}"/>
              </a:ext>
            </a:extLst>
          </p:cNvPr>
          <p:cNvSpPr txBox="1"/>
          <p:nvPr/>
        </p:nvSpPr>
        <p:spPr>
          <a:xfrm>
            <a:off x="8793920" y="2602594"/>
            <a:ext cx="102303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i="1" dirty="0">
                <a:latin typeface="Times New Roman" panose="020206030504050203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Augmented</a:t>
            </a:r>
          </a:p>
        </p:txBody>
      </p:sp>
      <p:sp>
        <p:nvSpPr>
          <p:cNvPr id="178" name="TextBox 177">
            <a:extLst>
              <a:ext uri="{FF2B5EF4-FFF2-40B4-BE49-F238E27FC236}">
                <a16:creationId xmlns:a16="http://schemas.microsoft.com/office/drawing/2014/main" id="{1D49F20C-A6D5-5279-58FB-274EE114D89B}"/>
              </a:ext>
            </a:extLst>
          </p:cNvPr>
          <p:cNvSpPr txBox="1"/>
          <p:nvPr/>
        </p:nvSpPr>
        <p:spPr>
          <a:xfrm>
            <a:off x="6043700" y="1258286"/>
            <a:ext cx="384514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(b.1) Sequence Augmentation</a:t>
            </a:r>
          </a:p>
        </p:txBody>
      </p:sp>
      <p:cxnSp>
        <p:nvCxnSpPr>
          <p:cNvPr id="179" name="Elbow Connector 178">
            <a:extLst>
              <a:ext uri="{FF2B5EF4-FFF2-40B4-BE49-F238E27FC236}">
                <a16:creationId xmlns:a16="http://schemas.microsoft.com/office/drawing/2014/main" id="{6478CE06-D18F-2DB1-E2EC-4A89C9AC3A62}"/>
              </a:ext>
            </a:extLst>
          </p:cNvPr>
          <p:cNvCxnSpPr>
            <a:cxnSpLocks/>
            <a:stCxn id="168" idx="3"/>
            <a:endCxn id="170" idx="0"/>
          </p:cNvCxnSpPr>
          <p:nvPr/>
        </p:nvCxnSpPr>
        <p:spPr>
          <a:xfrm>
            <a:off x="7841770" y="1939722"/>
            <a:ext cx="2095123" cy="135138"/>
          </a:xfrm>
          <a:prstGeom prst="bentConnector2">
            <a:avLst/>
          </a:prstGeom>
          <a:ln>
            <a:solidFill>
              <a:schemeClr val="tx2">
                <a:lumMod val="25000"/>
                <a:lumOff val="75000"/>
              </a:schemeClr>
            </a:solidFill>
            <a:prstDash val="sys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0" name="Elbow Connector 179">
            <a:extLst>
              <a:ext uri="{FF2B5EF4-FFF2-40B4-BE49-F238E27FC236}">
                <a16:creationId xmlns:a16="http://schemas.microsoft.com/office/drawing/2014/main" id="{38C12D09-054B-82B2-62B8-26EF8B2FFCE8}"/>
              </a:ext>
            </a:extLst>
          </p:cNvPr>
          <p:cNvCxnSpPr>
            <a:cxnSpLocks/>
            <a:stCxn id="167" idx="0"/>
            <a:endCxn id="169" idx="1"/>
          </p:cNvCxnSpPr>
          <p:nvPr/>
        </p:nvCxnSpPr>
        <p:spPr>
          <a:xfrm rot="5400000" flipH="1" flipV="1">
            <a:off x="7403674" y="1829702"/>
            <a:ext cx="145017" cy="999812"/>
          </a:xfrm>
          <a:prstGeom prst="bentConnector2">
            <a:avLst/>
          </a:prstGeom>
          <a:ln>
            <a:solidFill>
              <a:schemeClr val="tx2">
                <a:lumMod val="25000"/>
                <a:lumOff val="75000"/>
              </a:schemeClr>
            </a:solidFill>
            <a:prstDash val="sys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1" name="Elbow Connector 180">
            <a:extLst>
              <a:ext uri="{FF2B5EF4-FFF2-40B4-BE49-F238E27FC236}">
                <a16:creationId xmlns:a16="http://schemas.microsoft.com/office/drawing/2014/main" id="{39DCE83A-5BEF-22B2-58B1-CF0C471511D6}"/>
              </a:ext>
            </a:extLst>
          </p:cNvPr>
          <p:cNvCxnSpPr>
            <a:cxnSpLocks/>
            <a:stCxn id="185" idx="3"/>
            <a:endCxn id="162" idx="2"/>
          </p:cNvCxnSpPr>
          <p:nvPr/>
        </p:nvCxnSpPr>
        <p:spPr>
          <a:xfrm flipV="1">
            <a:off x="7800359" y="2386584"/>
            <a:ext cx="1724491" cy="201168"/>
          </a:xfrm>
          <a:prstGeom prst="bentConnector2">
            <a:avLst/>
          </a:prstGeom>
          <a:ln>
            <a:solidFill>
              <a:schemeClr val="accent2">
                <a:lumMod val="60000"/>
                <a:lumOff val="40000"/>
              </a:schemeClr>
            </a:solidFill>
            <a:prstDash val="sys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2" name="Elbow Connector 181">
            <a:extLst>
              <a:ext uri="{FF2B5EF4-FFF2-40B4-BE49-F238E27FC236}">
                <a16:creationId xmlns:a16="http://schemas.microsoft.com/office/drawing/2014/main" id="{CDB8E019-EDAD-17CE-872E-D15E150B7DBF}"/>
              </a:ext>
            </a:extLst>
          </p:cNvPr>
          <p:cNvCxnSpPr>
            <a:cxnSpLocks/>
            <a:stCxn id="185" idx="3"/>
            <a:endCxn id="161" idx="2"/>
          </p:cNvCxnSpPr>
          <p:nvPr/>
        </p:nvCxnSpPr>
        <p:spPr>
          <a:xfrm flipV="1">
            <a:off x="7800359" y="2390005"/>
            <a:ext cx="905824" cy="197747"/>
          </a:xfrm>
          <a:prstGeom prst="bentConnector2">
            <a:avLst/>
          </a:prstGeom>
          <a:ln>
            <a:solidFill>
              <a:srgbClr val="FF7E79"/>
            </a:solidFill>
            <a:prstDash val="sys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5" name="Rectangle 184">
            <a:extLst>
              <a:ext uri="{FF2B5EF4-FFF2-40B4-BE49-F238E27FC236}">
                <a16:creationId xmlns:a16="http://schemas.microsoft.com/office/drawing/2014/main" id="{4C89F15D-7A30-D43A-3222-072740426234}"/>
              </a:ext>
            </a:extLst>
          </p:cNvPr>
          <p:cNvSpPr/>
          <p:nvPr/>
        </p:nvSpPr>
        <p:spPr>
          <a:xfrm>
            <a:off x="7526637" y="2450592"/>
            <a:ext cx="273722" cy="274320"/>
          </a:xfrm>
          <a:prstGeom prst="rect">
            <a:avLst/>
          </a:prstGeom>
          <a:solidFill>
            <a:srgbClr val="FF7E79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8" name="Rectangle 187">
            <a:extLst>
              <a:ext uri="{FF2B5EF4-FFF2-40B4-BE49-F238E27FC236}">
                <a16:creationId xmlns:a16="http://schemas.microsoft.com/office/drawing/2014/main" id="{342380EB-D3AB-5393-BFFF-EB22CE132864}"/>
              </a:ext>
            </a:extLst>
          </p:cNvPr>
          <p:cNvSpPr/>
          <p:nvPr/>
        </p:nvSpPr>
        <p:spPr>
          <a:xfrm>
            <a:off x="8842665" y="2112264"/>
            <a:ext cx="273722" cy="274320"/>
          </a:xfrm>
          <a:prstGeom prst="rect">
            <a:avLst/>
          </a:prstGeom>
          <a:solidFill>
            <a:srgbClr val="FF7E79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9" name="Rectangle 188">
            <a:extLst>
              <a:ext uri="{FF2B5EF4-FFF2-40B4-BE49-F238E27FC236}">
                <a16:creationId xmlns:a16="http://schemas.microsoft.com/office/drawing/2014/main" id="{A4EB2516-2232-6A34-AD6B-DAA5A6666935}"/>
              </a:ext>
            </a:extLst>
          </p:cNvPr>
          <p:cNvSpPr/>
          <p:nvPr/>
        </p:nvSpPr>
        <p:spPr>
          <a:xfrm>
            <a:off x="9113236" y="2108264"/>
            <a:ext cx="273722" cy="27432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1" name="Rectangle 200">
            <a:extLst>
              <a:ext uri="{FF2B5EF4-FFF2-40B4-BE49-F238E27FC236}">
                <a16:creationId xmlns:a16="http://schemas.microsoft.com/office/drawing/2014/main" id="{6F6686D9-0A3E-49F0-F95E-E6B496BF5D9B}"/>
              </a:ext>
            </a:extLst>
          </p:cNvPr>
          <p:cNvSpPr/>
          <p:nvPr/>
        </p:nvSpPr>
        <p:spPr>
          <a:xfrm>
            <a:off x="3717034" y="2441295"/>
            <a:ext cx="273722" cy="27432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2" name="TextBox 201">
            <a:extLst>
              <a:ext uri="{FF2B5EF4-FFF2-40B4-BE49-F238E27FC236}">
                <a16:creationId xmlns:a16="http://schemas.microsoft.com/office/drawing/2014/main" id="{5E718AAB-B917-31BE-B9B9-B08A35D930A0}"/>
              </a:ext>
            </a:extLst>
          </p:cNvPr>
          <p:cNvSpPr txBox="1"/>
          <p:nvPr/>
        </p:nvSpPr>
        <p:spPr>
          <a:xfrm>
            <a:off x="3990756" y="2432561"/>
            <a:ext cx="81464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latin typeface="Times New Roman" panose="020206030504050203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Masking</a:t>
            </a:r>
          </a:p>
        </p:txBody>
      </p:sp>
      <p:grpSp>
        <p:nvGrpSpPr>
          <p:cNvPr id="389" name="Group 388">
            <a:extLst>
              <a:ext uri="{FF2B5EF4-FFF2-40B4-BE49-F238E27FC236}">
                <a16:creationId xmlns:a16="http://schemas.microsoft.com/office/drawing/2014/main" id="{BCB1F114-3D9D-80EB-AA52-B63299BD9744}"/>
              </a:ext>
            </a:extLst>
          </p:cNvPr>
          <p:cNvGrpSpPr/>
          <p:nvPr/>
        </p:nvGrpSpPr>
        <p:grpSpPr>
          <a:xfrm>
            <a:off x="5514719" y="3126574"/>
            <a:ext cx="2532108" cy="2536127"/>
            <a:chOff x="5514719" y="3126574"/>
            <a:chExt cx="2532108" cy="2536127"/>
          </a:xfrm>
        </p:grpSpPr>
        <p:sp>
          <p:nvSpPr>
            <p:cNvPr id="286" name="Rounded Rectangle 285">
              <a:extLst>
                <a:ext uri="{FF2B5EF4-FFF2-40B4-BE49-F238E27FC236}">
                  <a16:creationId xmlns:a16="http://schemas.microsoft.com/office/drawing/2014/main" id="{40FEE7A9-C1F3-2905-1D85-9AB44D411232}"/>
                </a:ext>
              </a:extLst>
            </p:cNvPr>
            <p:cNvSpPr/>
            <p:nvPr/>
          </p:nvSpPr>
          <p:spPr>
            <a:xfrm>
              <a:off x="5514720" y="3126574"/>
              <a:ext cx="2532107" cy="2536127"/>
            </a:xfrm>
            <a:prstGeom prst="roundRect">
              <a:avLst>
                <a:gd name="adj" fmla="val 7862"/>
              </a:avLst>
            </a:prstGeom>
            <a:solidFill>
              <a:schemeClr val="bg1">
                <a:lumMod val="95000"/>
              </a:schemeClr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87" name="TextBox 286">
              <a:extLst>
                <a:ext uri="{FF2B5EF4-FFF2-40B4-BE49-F238E27FC236}">
                  <a16:creationId xmlns:a16="http://schemas.microsoft.com/office/drawing/2014/main" id="{6A7FB89F-0431-24F7-5720-C964EFCCD9DB}"/>
                </a:ext>
              </a:extLst>
            </p:cNvPr>
            <p:cNvSpPr txBox="1"/>
            <p:nvPr/>
          </p:nvSpPr>
          <p:spPr>
            <a:xfrm>
              <a:off x="5514719" y="3216529"/>
              <a:ext cx="2532107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(b.2) Masked SFT</a:t>
              </a:r>
            </a:p>
          </p:txBody>
        </p:sp>
        <p:sp>
          <p:nvSpPr>
            <p:cNvPr id="288" name="Rectangle 287">
              <a:extLst>
                <a:ext uri="{FF2B5EF4-FFF2-40B4-BE49-F238E27FC236}">
                  <a16:creationId xmlns:a16="http://schemas.microsoft.com/office/drawing/2014/main" id="{26CAA2EC-36F8-5D8F-7E53-3E7FDBD0B1D0}"/>
                </a:ext>
              </a:extLst>
            </p:cNvPr>
            <p:cNvSpPr/>
            <p:nvPr/>
          </p:nvSpPr>
          <p:spPr>
            <a:xfrm>
              <a:off x="5711438" y="3675891"/>
              <a:ext cx="273722" cy="274320"/>
            </a:xfrm>
            <a:prstGeom prst="rect">
              <a:avLst/>
            </a:prstGeom>
            <a:solidFill>
              <a:schemeClr val="tx2">
                <a:lumMod val="25000"/>
                <a:lumOff val="7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9" name="Rectangle 288">
              <a:extLst>
                <a:ext uri="{FF2B5EF4-FFF2-40B4-BE49-F238E27FC236}">
                  <a16:creationId xmlns:a16="http://schemas.microsoft.com/office/drawing/2014/main" id="{E795A824-2624-1EF0-7196-4C623F51B831}"/>
                </a:ext>
              </a:extLst>
            </p:cNvPr>
            <p:cNvSpPr/>
            <p:nvPr/>
          </p:nvSpPr>
          <p:spPr>
            <a:xfrm>
              <a:off x="5988078" y="3675891"/>
              <a:ext cx="273722" cy="274320"/>
            </a:xfrm>
            <a:prstGeom prst="rect">
              <a:avLst/>
            </a:prstGeom>
            <a:solidFill>
              <a:schemeClr val="tx2">
                <a:lumMod val="25000"/>
                <a:lumOff val="7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0" name="Rectangle 289">
              <a:extLst>
                <a:ext uri="{FF2B5EF4-FFF2-40B4-BE49-F238E27FC236}">
                  <a16:creationId xmlns:a16="http://schemas.microsoft.com/office/drawing/2014/main" id="{53CF3D7A-F8A0-2403-FADE-5D81D5439A5F}"/>
                </a:ext>
              </a:extLst>
            </p:cNvPr>
            <p:cNvSpPr/>
            <p:nvPr/>
          </p:nvSpPr>
          <p:spPr>
            <a:xfrm>
              <a:off x="6261800" y="3675891"/>
              <a:ext cx="273722" cy="274320"/>
            </a:xfrm>
            <a:prstGeom prst="rect">
              <a:avLst/>
            </a:prstGeom>
            <a:solidFill>
              <a:srgbClr val="FF7E79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1" name="Rectangle 290">
              <a:extLst>
                <a:ext uri="{FF2B5EF4-FFF2-40B4-BE49-F238E27FC236}">
                  <a16:creationId xmlns:a16="http://schemas.microsoft.com/office/drawing/2014/main" id="{E538AA1A-9326-751F-62CB-BA73D3F0B067}"/>
                </a:ext>
              </a:extLst>
            </p:cNvPr>
            <p:cNvSpPr/>
            <p:nvPr/>
          </p:nvSpPr>
          <p:spPr>
            <a:xfrm>
              <a:off x="7080467" y="3672470"/>
              <a:ext cx="273722" cy="274320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2" name="Rectangle 291">
              <a:extLst>
                <a:ext uri="{FF2B5EF4-FFF2-40B4-BE49-F238E27FC236}">
                  <a16:creationId xmlns:a16="http://schemas.microsoft.com/office/drawing/2014/main" id="{FB8201FB-B3A2-6D90-9448-4724BB6A0AFF}"/>
                </a:ext>
              </a:extLst>
            </p:cNvPr>
            <p:cNvSpPr/>
            <p:nvPr/>
          </p:nvSpPr>
          <p:spPr>
            <a:xfrm>
              <a:off x="7355649" y="3672470"/>
              <a:ext cx="273722" cy="274320"/>
            </a:xfrm>
            <a:prstGeom prst="rect">
              <a:avLst/>
            </a:prstGeom>
            <a:solidFill>
              <a:schemeClr val="tx2">
                <a:lumMod val="25000"/>
                <a:lumOff val="7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3" name="Rectangle 292">
              <a:extLst>
                <a:ext uri="{FF2B5EF4-FFF2-40B4-BE49-F238E27FC236}">
                  <a16:creationId xmlns:a16="http://schemas.microsoft.com/office/drawing/2014/main" id="{6A2C2263-29E4-F43A-5C3E-DB7AB1B91EB3}"/>
                </a:ext>
              </a:extLst>
            </p:cNvPr>
            <p:cNvSpPr/>
            <p:nvPr/>
          </p:nvSpPr>
          <p:spPr>
            <a:xfrm>
              <a:off x="7629371" y="3672470"/>
              <a:ext cx="273722" cy="274320"/>
            </a:xfrm>
            <a:prstGeom prst="rect">
              <a:avLst/>
            </a:prstGeom>
            <a:solidFill>
              <a:schemeClr val="tx2">
                <a:lumMod val="25000"/>
                <a:lumOff val="7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4" name="Rectangle 293">
              <a:extLst>
                <a:ext uri="{FF2B5EF4-FFF2-40B4-BE49-F238E27FC236}">
                  <a16:creationId xmlns:a16="http://schemas.microsoft.com/office/drawing/2014/main" id="{D451D266-F3D6-0982-A27E-A0D086553CA5}"/>
                </a:ext>
              </a:extLst>
            </p:cNvPr>
            <p:cNvSpPr/>
            <p:nvPr/>
          </p:nvSpPr>
          <p:spPr>
            <a:xfrm>
              <a:off x="6535143" y="3672470"/>
              <a:ext cx="273722" cy="274320"/>
            </a:xfrm>
            <a:prstGeom prst="rect">
              <a:avLst/>
            </a:prstGeom>
            <a:solidFill>
              <a:srgbClr val="FF7E79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5" name="Rectangle 294">
              <a:extLst>
                <a:ext uri="{FF2B5EF4-FFF2-40B4-BE49-F238E27FC236}">
                  <a16:creationId xmlns:a16="http://schemas.microsoft.com/office/drawing/2014/main" id="{B591A70D-DC66-20BE-4C84-D5AC983F4C9B}"/>
                </a:ext>
              </a:extLst>
            </p:cNvPr>
            <p:cNvSpPr/>
            <p:nvPr/>
          </p:nvSpPr>
          <p:spPr>
            <a:xfrm>
              <a:off x="6805714" y="3668470"/>
              <a:ext cx="273722" cy="274320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296" name="Group 295">
              <a:extLst>
                <a:ext uri="{FF2B5EF4-FFF2-40B4-BE49-F238E27FC236}">
                  <a16:creationId xmlns:a16="http://schemas.microsoft.com/office/drawing/2014/main" id="{27461139-92F8-0BD1-3CF7-6F3E5250E2E7}"/>
                </a:ext>
              </a:extLst>
            </p:cNvPr>
            <p:cNvGrpSpPr/>
            <p:nvPr/>
          </p:nvGrpSpPr>
          <p:grpSpPr>
            <a:xfrm>
              <a:off x="5711438" y="4373373"/>
              <a:ext cx="2191655" cy="281741"/>
              <a:chOff x="610951" y="5366792"/>
              <a:chExt cx="2191655" cy="281741"/>
            </a:xfrm>
          </p:grpSpPr>
          <p:sp>
            <p:nvSpPr>
              <p:cNvPr id="297" name="Rectangle 296">
                <a:extLst>
                  <a:ext uri="{FF2B5EF4-FFF2-40B4-BE49-F238E27FC236}">
                    <a16:creationId xmlns:a16="http://schemas.microsoft.com/office/drawing/2014/main" id="{E30A3D6B-0344-1FF7-C622-B75B120EE269}"/>
                  </a:ext>
                </a:extLst>
              </p:cNvPr>
              <p:cNvSpPr/>
              <p:nvPr/>
            </p:nvSpPr>
            <p:spPr>
              <a:xfrm>
                <a:off x="610951" y="5374213"/>
                <a:ext cx="273722" cy="274320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98" name="Rectangle 297">
                <a:extLst>
                  <a:ext uri="{FF2B5EF4-FFF2-40B4-BE49-F238E27FC236}">
                    <a16:creationId xmlns:a16="http://schemas.microsoft.com/office/drawing/2014/main" id="{DF6A34EC-26D9-67C6-6040-0341211D46F5}"/>
                  </a:ext>
                </a:extLst>
              </p:cNvPr>
              <p:cNvSpPr/>
              <p:nvPr/>
            </p:nvSpPr>
            <p:spPr>
              <a:xfrm>
                <a:off x="887591" y="5374213"/>
                <a:ext cx="273722" cy="274320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99" name="Rectangle 298">
                <a:extLst>
                  <a:ext uri="{FF2B5EF4-FFF2-40B4-BE49-F238E27FC236}">
                    <a16:creationId xmlns:a16="http://schemas.microsoft.com/office/drawing/2014/main" id="{2BBB7DB0-CC77-DB12-4F3E-7FF7628BD62F}"/>
                  </a:ext>
                </a:extLst>
              </p:cNvPr>
              <p:cNvSpPr/>
              <p:nvPr/>
            </p:nvSpPr>
            <p:spPr>
              <a:xfrm>
                <a:off x="1161313" y="5374213"/>
                <a:ext cx="273722" cy="274320"/>
              </a:xfrm>
              <a:prstGeom prst="rect">
                <a:avLst/>
              </a:prstGeom>
              <a:solidFill>
                <a:schemeClr val="tx1">
                  <a:lumMod val="65000"/>
                  <a:lumOff val="35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00" name="Rectangle 299">
                <a:extLst>
                  <a:ext uri="{FF2B5EF4-FFF2-40B4-BE49-F238E27FC236}">
                    <a16:creationId xmlns:a16="http://schemas.microsoft.com/office/drawing/2014/main" id="{07E58315-8B55-11CC-788B-EBF99F606C83}"/>
                  </a:ext>
                </a:extLst>
              </p:cNvPr>
              <p:cNvSpPr/>
              <p:nvPr/>
            </p:nvSpPr>
            <p:spPr>
              <a:xfrm>
                <a:off x="1979980" y="5370792"/>
                <a:ext cx="273722" cy="274320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01" name="Rectangle 300">
                <a:extLst>
                  <a:ext uri="{FF2B5EF4-FFF2-40B4-BE49-F238E27FC236}">
                    <a16:creationId xmlns:a16="http://schemas.microsoft.com/office/drawing/2014/main" id="{7B68B362-7E99-9DA2-7DEE-F7F3B8D4011B}"/>
                  </a:ext>
                </a:extLst>
              </p:cNvPr>
              <p:cNvSpPr/>
              <p:nvPr/>
            </p:nvSpPr>
            <p:spPr>
              <a:xfrm>
                <a:off x="2255162" y="5370792"/>
                <a:ext cx="273722" cy="274320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02" name="Rectangle 301">
                <a:extLst>
                  <a:ext uri="{FF2B5EF4-FFF2-40B4-BE49-F238E27FC236}">
                    <a16:creationId xmlns:a16="http://schemas.microsoft.com/office/drawing/2014/main" id="{99545AF5-1010-A7FB-86F9-4F059E2ECEB2}"/>
                  </a:ext>
                </a:extLst>
              </p:cNvPr>
              <p:cNvSpPr/>
              <p:nvPr/>
            </p:nvSpPr>
            <p:spPr>
              <a:xfrm>
                <a:off x="2528884" y="5370792"/>
                <a:ext cx="273722" cy="274320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03" name="Rectangle 302">
                <a:extLst>
                  <a:ext uri="{FF2B5EF4-FFF2-40B4-BE49-F238E27FC236}">
                    <a16:creationId xmlns:a16="http://schemas.microsoft.com/office/drawing/2014/main" id="{55231677-9475-F56E-EBC2-72C9B442EDEA}"/>
                  </a:ext>
                </a:extLst>
              </p:cNvPr>
              <p:cNvSpPr/>
              <p:nvPr/>
            </p:nvSpPr>
            <p:spPr>
              <a:xfrm>
                <a:off x="1434656" y="5370792"/>
                <a:ext cx="273722" cy="274320"/>
              </a:xfrm>
              <a:prstGeom prst="rect">
                <a:avLst/>
              </a:prstGeom>
              <a:solidFill>
                <a:schemeClr val="tx1">
                  <a:lumMod val="65000"/>
                  <a:lumOff val="35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04" name="Rectangle 303">
                <a:extLst>
                  <a:ext uri="{FF2B5EF4-FFF2-40B4-BE49-F238E27FC236}">
                    <a16:creationId xmlns:a16="http://schemas.microsoft.com/office/drawing/2014/main" id="{FFA52B03-1EAC-647E-F5DB-30CC11AD4F9B}"/>
                  </a:ext>
                </a:extLst>
              </p:cNvPr>
              <p:cNvSpPr/>
              <p:nvPr/>
            </p:nvSpPr>
            <p:spPr>
              <a:xfrm>
                <a:off x="1705227" y="5366792"/>
                <a:ext cx="273722" cy="274320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05" name="TextBox 304">
                  <a:extLst>
                    <a:ext uri="{FF2B5EF4-FFF2-40B4-BE49-F238E27FC236}">
                      <a16:creationId xmlns:a16="http://schemas.microsoft.com/office/drawing/2014/main" id="{1ACFFC48-E636-5C14-A937-F91197A7E551}"/>
                    </a:ext>
                  </a:extLst>
                </p:cNvPr>
                <p:cNvSpPr txBox="1"/>
                <p:nvPr/>
              </p:nvSpPr>
              <p:spPr>
                <a:xfrm>
                  <a:off x="5677898" y="4046397"/>
                  <a:ext cx="1401538" cy="3077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1400" dirty="0">
                      <a:latin typeface="Times New Roman" panose="02020603050405020304" pitchFamily="18" charset="0"/>
                      <a:ea typeface="Cambria Math" panose="02040503050406030204" pitchFamily="18" charset="0"/>
                      <a:cs typeface="Times New Roman" panose="02020603050405020304" pitchFamily="18" charset="0"/>
                    </a:rPr>
                    <a:t>Mask </a:t>
                  </a:r>
                  <a14:m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1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M</m:t>
                      </m:r>
                    </m:oMath>
                  </a14:m>
                  <a:r>
                    <a:rPr lang="en-US" sz="1400" dirty="0">
                      <a:latin typeface="Times New Roman" panose="02020603050405020304" pitchFamily="18" charset="0"/>
                      <a:ea typeface="Cambria Math" panose="02040503050406030204" pitchFamily="18" charset="0"/>
                      <a:cs typeface="Times New Roman" panose="02020603050405020304" pitchFamily="18" charset="0"/>
                    </a:rPr>
                    <a:t>: </a:t>
                  </a:r>
                </a:p>
              </p:txBody>
            </p:sp>
          </mc:Choice>
          <mc:Fallback xmlns="">
            <p:sp>
              <p:nvSpPr>
                <p:cNvPr id="305" name="TextBox 304">
                  <a:extLst>
                    <a:ext uri="{FF2B5EF4-FFF2-40B4-BE49-F238E27FC236}">
                      <a16:creationId xmlns:a16="http://schemas.microsoft.com/office/drawing/2014/main" id="{B058EBFC-961B-AA69-AA9E-8D5B3C3D985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677898" y="4046397"/>
                  <a:ext cx="1401538" cy="307777"/>
                </a:xfrm>
                <a:prstGeom prst="rect">
                  <a:avLst/>
                </a:prstGeom>
                <a:blipFill>
                  <a:blip r:embed="rId2"/>
                  <a:stretch>
                    <a:fillRect l="-893" t="-4000" b="-20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06" name="TextBox 305">
                  <a:extLst>
                    <a:ext uri="{FF2B5EF4-FFF2-40B4-BE49-F238E27FC236}">
                      <a16:creationId xmlns:a16="http://schemas.microsoft.com/office/drawing/2014/main" id="{92568175-EDFB-8A2D-4FCA-B177848CD309}"/>
                    </a:ext>
                  </a:extLst>
                </p:cNvPr>
                <p:cNvSpPr txBox="1"/>
                <p:nvPr/>
              </p:nvSpPr>
              <p:spPr>
                <a:xfrm>
                  <a:off x="6451900" y="5131313"/>
                  <a:ext cx="657744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ℒ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𝑚</m:t>
                            </m:r>
                            <m:r>
                              <m:rPr>
                                <m:sty m:val="p"/>
                              </m:rP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SFT</m:t>
                            </m:r>
                          </m:sub>
                        </m:sSub>
                      </m:oMath>
                    </m:oMathPara>
                  </a14:m>
                  <a:endParaRPr lang="en-US" b="0" dirty="0">
                    <a:ea typeface="Cambria Math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306" name="TextBox 305">
                  <a:extLst>
                    <a:ext uri="{FF2B5EF4-FFF2-40B4-BE49-F238E27FC236}">
                      <a16:creationId xmlns:a16="http://schemas.microsoft.com/office/drawing/2014/main" id="{DA780A0F-7F11-E345-B577-8815949D8E1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451900" y="5131313"/>
                  <a:ext cx="657744" cy="276999"/>
                </a:xfrm>
                <a:prstGeom prst="rect">
                  <a:avLst/>
                </a:prstGeom>
                <a:blipFill>
                  <a:blip r:embed="rId3"/>
                  <a:stretch>
                    <a:fillRect l="-5660" r="-3774" b="-18182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307" name="Elbow Connector 306">
              <a:extLst>
                <a:ext uri="{FF2B5EF4-FFF2-40B4-BE49-F238E27FC236}">
                  <a16:creationId xmlns:a16="http://schemas.microsoft.com/office/drawing/2014/main" id="{EE555882-B22F-2BAF-1770-D75C8D57DC71}"/>
                </a:ext>
              </a:extLst>
            </p:cNvPr>
            <p:cNvCxnSpPr>
              <a:stCxn id="297" idx="2"/>
              <a:endCxn id="306" idx="0"/>
            </p:cNvCxnSpPr>
            <p:nvPr/>
          </p:nvCxnSpPr>
          <p:spPr>
            <a:xfrm rot="16200000" flipH="1">
              <a:off x="6076436" y="4426976"/>
              <a:ext cx="476199" cy="932473"/>
            </a:xfrm>
            <a:prstGeom prst="bentConnector3">
              <a:avLst/>
            </a:prstGeom>
            <a:ln>
              <a:solidFill>
                <a:schemeClr val="tx1">
                  <a:lumMod val="50000"/>
                  <a:lumOff val="50000"/>
                </a:schemeClr>
              </a:solidFill>
              <a:prstDash val="solid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8" name="Elbow Connector 307">
              <a:extLst>
                <a:ext uri="{FF2B5EF4-FFF2-40B4-BE49-F238E27FC236}">
                  <a16:creationId xmlns:a16="http://schemas.microsoft.com/office/drawing/2014/main" id="{20839FEA-F23E-2678-A364-93C7ECDC2264}"/>
                </a:ext>
              </a:extLst>
            </p:cNvPr>
            <p:cNvCxnSpPr>
              <a:cxnSpLocks/>
              <a:stCxn id="298" idx="2"/>
              <a:endCxn id="306" idx="0"/>
            </p:cNvCxnSpPr>
            <p:nvPr/>
          </p:nvCxnSpPr>
          <p:spPr>
            <a:xfrm rot="16200000" flipH="1">
              <a:off x="6214756" y="4565296"/>
              <a:ext cx="476199" cy="655833"/>
            </a:xfrm>
            <a:prstGeom prst="bentConnector3">
              <a:avLst>
                <a:gd name="adj1" fmla="val 50000"/>
              </a:avLst>
            </a:prstGeom>
            <a:ln>
              <a:solidFill>
                <a:schemeClr val="tx1">
                  <a:lumMod val="50000"/>
                  <a:lumOff val="50000"/>
                </a:schemeClr>
              </a:solidFill>
              <a:prstDash val="solid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9" name="Elbow Connector 308">
              <a:extLst>
                <a:ext uri="{FF2B5EF4-FFF2-40B4-BE49-F238E27FC236}">
                  <a16:creationId xmlns:a16="http://schemas.microsoft.com/office/drawing/2014/main" id="{0E9B28AD-5119-9F00-B9F0-83F3A42C56AD}"/>
                </a:ext>
              </a:extLst>
            </p:cNvPr>
            <p:cNvCxnSpPr>
              <a:cxnSpLocks/>
              <a:stCxn id="304" idx="2"/>
            </p:cNvCxnSpPr>
            <p:nvPr/>
          </p:nvCxnSpPr>
          <p:spPr>
            <a:xfrm rot="5400000">
              <a:off x="6621863" y="4806603"/>
              <a:ext cx="479622" cy="161803"/>
            </a:xfrm>
            <a:prstGeom prst="bentConnector3">
              <a:avLst>
                <a:gd name="adj1" fmla="val 50438"/>
              </a:avLst>
            </a:prstGeom>
            <a:ln>
              <a:solidFill>
                <a:schemeClr val="tx1">
                  <a:lumMod val="50000"/>
                  <a:lumOff val="50000"/>
                </a:schemeClr>
              </a:solidFill>
              <a:prstDash val="solid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0" name="Elbow Connector 309">
              <a:extLst>
                <a:ext uri="{FF2B5EF4-FFF2-40B4-BE49-F238E27FC236}">
                  <a16:creationId xmlns:a16="http://schemas.microsoft.com/office/drawing/2014/main" id="{AB41B768-4279-A820-256B-B3FA132AEFD6}"/>
                </a:ext>
              </a:extLst>
            </p:cNvPr>
            <p:cNvCxnSpPr>
              <a:cxnSpLocks/>
              <a:stCxn id="300" idx="2"/>
              <a:endCxn id="306" idx="0"/>
            </p:cNvCxnSpPr>
            <p:nvPr/>
          </p:nvCxnSpPr>
          <p:spPr>
            <a:xfrm rot="5400000">
              <a:off x="6759240" y="4673225"/>
              <a:ext cx="479620" cy="436556"/>
            </a:xfrm>
            <a:prstGeom prst="bentConnector3">
              <a:avLst>
                <a:gd name="adj1" fmla="val 49811"/>
              </a:avLst>
            </a:prstGeom>
            <a:ln>
              <a:solidFill>
                <a:schemeClr val="tx1">
                  <a:lumMod val="50000"/>
                  <a:lumOff val="50000"/>
                </a:schemeClr>
              </a:solidFill>
              <a:prstDash val="solid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1" name="Elbow Connector 310">
              <a:extLst>
                <a:ext uri="{FF2B5EF4-FFF2-40B4-BE49-F238E27FC236}">
                  <a16:creationId xmlns:a16="http://schemas.microsoft.com/office/drawing/2014/main" id="{74EE5450-8A9F-53D6-DD73-F7EF3D248F62}"/>
                </a:ext>
              </a:extLst>
            </p:cNvPr>
            <p:cNvCxnSpPr>
              <a:cxnSpLocks/>
              <a:stCxn id="301" idx="2"/>
              <a:endCxn id="306" idx="0"/>
            </p:cNvCxnSpPr>
            <p:nvPr/>
          </p:nvCxnSpPr>
          <p:spPr>
            <a:xfrm rot="5400000">
              <a:off x="6896831" y="4535634"/>
              <a:ext cx="479620" cy="711738"/>
            </a:xfrm>
            <a:prstGeom prst="bentConnector3">
              <a:avLst>
                <a:gd name="adj1" fmla="val 50561"/>
              </a:avLst>
            </a:prstGeom>
            <a:ln>
              <a:solidFill>
                <a:schemeClr val="tx1">
                  <a:lumMod val="50000"/>
                  <a:lumOff val="50000"/>
                </a:schemeClr>
              </a:solidFill>
              <a:prstDash val="solid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2" name="Elbow Connector 311">
              <a:extLst>
                <a:ext uri="{FF2B5EF4-FFF2-40B4-BE49-F238E27FC236}">
                  <a16:creationId xmlns:a16="http://schemas.microsoft.com/office/drawing/2014/main" id="{3097A179-7950-BADD-AFDD-333C7117A788}"/>
                </a:ext>
              </a:extLst>
            </p:cNvPr>
            <p:cNvCxnSpPr>
              <a:cxnSpLocks/>
              <a:stCxn id="302" idx="2"/>
              <a:endCxn id="306" idx="0"/>
            </p:cNvCxnSpPr>
            <p:nvPr/>
          </p:nvCxnSpPr>
          <p:spPr>
            <a:xfrm rot="5400000">
              <a:off x="7033692" y="4398773"/>
              <a:ext cx="479620" cy="985460"/>
            </a:xfrm>
            <a:prstGeom prst="bentConnector3">
              <a:avLst>
                <a:gd name="adj1" fmla="val 50421"/>
              </a:avLst>
            </a:prstGeom>
            <a:ln>
              <a:solidFill>
                <a:schemeClr val="tx1">
                  <a:lumMod val="50000"/>
                  <a:lumOff val="50000"/>
                </a:schemeClr>
              </a:solidFill>
              <a:prstDash val="solid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88" name="Group 387">
            <a:extLst>
              <a:ext uri="{FF2B5EF4-FFF2-40B4-BE49-F238E27FC236}">
                <a16:creationId xmlns:a16="http://schemas.microsoft.com/office/drawing/2014/main" id="{EEBACA86-4A6F-800B-B819-A81111F66B73}"/>
              </a:ext>
            </a:extLst>
          </p:cNvPr>
          <p:cNvGrpSpPr/>
          <p:nvPr/>
        </p:nvGrpSpPr>
        <p:grpSpPr>
          <a:xfrm>
            <a:off x="8232909" y="3128486"/>
            <a:ext cx="2288769" cy="2534728"/>
            <a:chOff x="8232909" y="3128486"/>
            <a:chExt cx="2288769" cy="2534728"/>
          </a:xfrm>
        </p:grpSpPr>
        <p:sp>
          <p:nvSpPr>
            <p:cNvPr id="315" name="Rounded Rectangle 314">
              <a:extLst>
                <a:ext uri="{FF2B5EF4-FFF2-40B4-BE49-F238E27FC236}">
                  <a16:creationId xmlns:a16="http://schemas.microsoft.com/office/drawing/2014/main" id="{81EE1383-EB13-A4A3-ED2C-B6561D5117AE}"/>
                </a:ext>
              </a:extLst>
            </p:cNvPr>
            <p:cNvSpPr/>
            <p:nvPr/>
          </p:nvSpPr>
          <p:spPr>
            <a:xfrm>
              <a:off x="8232909" y="3128486"/>
              <a:ext cx="2288769" cy="2534728"/>
            </a:xfrm>
            <a:prstGeom prst="roundRect">
              <a:avLst>
                <a:gd name="adj" fmla="val 7862"/>
              </a:avLst>
            </a:prstGeom>
            <a:solidFill>
              <a:schemeClr val="bg1">
                <a:lumMod val="95000"/>
              </a:schemeClr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cxnSp>
          <p:nvCxnSpPr>
            <p:cNvPr id="316" name="Straight Arrow Connector 315">
              <a:extLst>
                <a:ext uri="{FF2B5EF4-FFF2-40B4-BE49-F238E27FC236}">
                  <a16:creationId xmlns:a16="http://schemas.microsoft.com/office/drawing/2014/main" id="{35D21E37-F0A1-24CC-B87C-67D9C1036CE5}"/>
                </a:ext>
              </a:extLst>
            </p:cNvPr>
            <p:cNvCxnSpPr>
              <a:cxnSpLocks/>
              <a:stCxn id="321" idx="2"/>
            </p:cNvCxnSpPr>
            <p:nvPr/>
          </p:nvCxnSpPr>
          <p:spPr>
            <a:xfrm>
              <a:off x="9359580" y="4004592"/>
              <a:ext cx="0" cy="1167625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317" name="Rounded Rectangle 316">
              <a:extLst>
                <a:ext uri="{FF2B5EF4-FFF2-40B4-BE49-F238E27FC236}">
                  <a16:creationId xmlns:a16="http://schemas.microsoft.com/office/drawing/2014/main" id="{6822B959-087D-97CC-1112-03908F5554C7}"/>
                </a:ext>
              </a:extLst>
            </p:cNvPr>
            <p:cNvSpPr/>
            <p:nvPr/>
          </p:nvSpPr>
          <p:spPr>
            <a:xfrm>
              <a:off x="8377533" y="4110698"/>
              <a:ext cx="1964094" cy="905733"/>
            </a:xfrm>
            <a:prstGeom prst="roundRect">
              <a:avLst>
                <a:gd name="adj" fmla="val 25496"/>
              </a:avLst>
            </a:prstGeom>
            <a:solidFill>
              <a:schemeClr val="accent2">
                <a:lumMod val="20000"/>
                <a:lumOff val="80000"/>
              </a:schemeClr>
            </a:solidFill>
            <a:ln w="12700"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grpSp>
          <p:nvGrpSpPr>
            <p:cNvPr id="318" name="Group 317">
              <a:extLst>
                <a:ext uri="{FF2B5EF4-FFF2-40B4-BE49-F238E27FC236}">
                  <a16:creationId xmlns:a16="http://schemas.microsoft.com/office/drawing/2014/main" id="{37176CCE-1CA7-E972-A250-5A6E94134F64}"/>
                </a:ext>
              </a:extLst>
            </p:cNvPr>
            <p:cNvGrpSpPr/>
            <p:nvPr/>
          </p:nvGrpSpPr>
          <p:grpSpPr>
            <a:xfrm>
              <a:off x="8713972" y="4178504"/>
              <a:ext cx="548640" cy="539084"/>
              <a:chOff x="8223486" y="4901909"/>
              <a:chExt cx="548640" cy="539084"/>
            </a:xfrm>
          </p:grpSpPr>
          <p:sp>
            <p:nvSpPr>
              <p:cNvPr id="334" name="Rounded Rectangle 333">
                <a:extLst>
                  <a:ext uri="{FF2B5EF4-FFF2-40B4-BE49-F238E27FC236}">
                    <a16:creationId xmlns:a16="http://schemas.microsoft.com/office/drawing/2014/main" id="{3143A333-BF5E-AA27-68EB-E181DD009EBB}"/>
                  </a:ext>
                </a:extLst>
              </p:cNvPr>
              <p:cNvSpPr/>
              <p:nvPr/>
            </p:nvSpPr>
            <p:spPr>
              <a:xfrm>
                <a:off x="8223486" y="4901909"/>
                <a:ext cx="548640" cy="338554"/>
              </a:xfrm>
              <a:prstGeom prst="roundRect">
                <a:avLst>
                  <a:gd name="adj" fmla="val 50000"/>
                </a:avLst>
              </a:prstGeom>
              <a:solidFill>
                <a:schemeClr val="accent2">
                  <a:lumMod val="20000"/>
                  <a:lumOff val="80000"/>
                </a:schemeClr>
              </a:solidFill>
              <a:ln w="19050">
                <a:solidFill>
                  <a:schemeClr val="accent2">
                    <a:lumMod val="60000"/>
                    <a:lumOff val="40000"/>
                  </a:schemeClr>
                </a:solidFill>
                <a:prstDash val="sysDash"/>
              </a:ln>
              <a:effectLst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335" name="TextBox 334">
                    <a:extLst>
                      <a:ext uri="{FF2B5EF4-FFF2-40B4-BE49-F238E27FC236}">
                        <a16:creationId xmlns:a16="http://schemas.microsoft.com/office/drawing/2014/main" id="{A5CD7E10-EE27-2F73-54D0-CCFD544F752F}"/>
                      </a:ext>
                    </a:extLst>
                  </p:cNvPr>
                  <p:cNvSpPr txBox="1"/>
                  <p:nvPr/>
                </p:nvSpPr>
                <p:spPr>
                  <a:xfrm>
                    <a:off x="8223487" y="4917773"/>
                    <a:ext cx="538288" cy="523220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sz="1400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40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ℛ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sz="1400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inc</m:t>
                              </m:r>
                            </m:sub>
                          </m:sSub>
                        </m:oMath>
                      </m:oMathPara>
                    </a14:m>
                    <a:endParaRPr lang="en-US" sz="1400" b="0" i="1" dirty="0">
                      <a:latin typeface="Cambria Math" panose="02040503050406030204" pitchFamily="18" charset="0"/>
                      <a:ea typeface="Cambria Math" panose="02040503050406030204" pitchFamily="18" charset="0"/>
                      <a:cs typeface="Times New Roman" panose="02020603050405020304" pitchFamily="18" charset="0"/>
                    </a:endParaRPr>
                  </a:p>
                  <a:p>
                    <a:pPr algn="ctr"/>
                    <a:endParaRPr lang="en-US" sz="1400" i="1" dirty="0">
                      <a:latin typeface="Cambria Math" panose="02040503050406030204" pitchFamily="18" charset="0"/>
                      <a:ea typeface="Cambria Math" panose="02040503050406030204" pitchFamily="18" charset="0"/>
                      <a:cs typeface="Times New Roman" panose="02020603050405020304" pitchFamily="18" charset="0"/>
                    </a:endParaRPr>
                  </a:p>
                </p:txBody>
              </p:sp>
            </mc:Choice>
            <mc:Fallback>
              <p:sp>
                <p:nvSpPr>
                  <p:cNvPr id="335" name="TextBox 334">
                    <a:extLst>
                      <a:ext uri="{FF2B5EF4-FFF2-40B4-BE49-F238E27FC236}">
                        <a16:creationId xmlns:a16="http://schemas.microsoft.com/office/drawing/2014/main" id="{A5CD7E10-EE27-2F73-54D0-CCFD544F752F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8223487" y="4917773"/>
                    <a:ext cx="538288" cy="523220"/>
                  </a:xfrm>
                  <a:prstGeom prst="rect">
                    <a:avLst/>
                  </a:prstGeom>
                  <a:blipFill>
                    <a:blip r:embed="rId4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sp>
          <p:nvSpPr>
            <p:cNvPr id="319" name="TextBox 318">
              <a:extLst>
                <a:ext uri="{FF2B5EF4-FFF2-40B4-BE49-F238E27FC236}">
                  <a16:creationId xmlns:a16="http://schemas.microsoft.com/office/drawing/2014/main" id="{A1F037F0-7967-6006-85A9-AC0B86D086EA}"/>
                </a:ext>
              </a:extLst>
            </p:cNvPr>
            <p:cNvSpPr txBox="1"/>
            <p:nvPr/>
          </p:nvSpPr>
          <p:spPr>
            <a:xfrm>
              <a:off x="8232909" y="3218688"/>
              <a:ext cx="2288769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(b.3) GRPO</a:t>
              </a:r>
            </a:p>
          </p:txBody>
        </p:sp>
        <p:sp>
          <p:nvSpPr>
            <p:cNvPr id="320" name="TextBox 319">
              <a:extLst>
                <a:ext uri="{FF2B5EF4-FFF2-40B4-BE49-F238E27FC236}">
                  <a16:creationId xmlns:a16="http://schemas.microsoft.com/office/drawing/2014/main" id="{CF110600-4C69-1301-A36C-1C2D1E034763}"/>
                </a:ext>
              </a:extLst>
            </p:cNvPr>
            <p:cNvSpPr txBox="1"/>
            <p:nvPr/>
          </p:nvSpPr>
          <p:spPr>
            <a:xfrm rot="16200000">
              <a:off x="8103719" y="4411140"/>
              <a:ext cx="87540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>
                  <a:latin typeface="Comic Sans MS" panose="030F0902030302020204" pitchFamily="66" charset="0"/>
                  <a:ea typeface="Cambria Math" panose="02040503050406030204" pitchFamily="18" charset="0"/>
                  <a:cs typeface="Times New Roman" panose="02020603050405020304" pitchFamily="18" charset="0"/>
                </a:rPr>
                <a:t>Reward</a:t>
              </a:r>
            </a:p>
          </p:txBody>
        </p:sp>
        <p:sp>
          <p:nvSpPr>
            <p:cNvPr id="321" name="Rounded Rectangle 320">
              <a:extLst>
                <a:ext uri="{FF2B5EF4-FFF2-40B4-BE49-F238E27FC236}">
                  <a16:creationId xmlns:a16="http://schemas.microsoft.com/office/drawing/2014/main" id="{1080D27F-6108-7D37-1ECE-829334BE5E09}"/>
                </a:ext>
              </a:extLst>
            </p:cNvPr>
            <p:cNvSpPr/>
            <p:nvPr/>
          </p:nvSpPr>
          <p:spPr>
            <a:xfrm>
              <a:off x="8377533" y="3590624"/>
              <a:ext cx="1964094" cy="413968"/>
            </a:xfrm>
            <a:prstGeom prst="roundRect">
              <a:avLst>
                <a:gd name="adj" fmla="val 19565"/>
              </a:avLst>
            </a:prstGeom>
            <a:solidFill>
              <a:schemeClr val="bg1"/>
            </a:solidFill>
            <a:ln w="12700"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22" name="Rounded Rectangle 321">
              <a:extLst>
                <a:ext uri="{FF2B5EF4-FFF2-40B4-BE49-F238E27FC236}">
                  <a16:creationId xmlns:a16="http://schemas.microsoft.com/office/drawing/2014/main" id="{24D9DBB4-4256-F1C1-4D5F-98CA45514F13}"/>
                </a:ext>
              </a:extLst>
            </p:cNvPr>
            <p:cNvSpPr/>
            <p:nvPr/>
          </p:nvSpPr>
          <p:spPr>
            <a:xfrm>
              <a:off x="8499994" y="3639746"/>
              <a:ext cx="497936" cy="295882"/>
            </a:xfrm>
            <a:prstGeom prst="roundRect">
              <a:avLst/>
            </a:prstGeom>
            <a:solidFill>
              <a:schemeClr val="tx2">
                <a:lumMod val="10000"/>
                <a:lumOff val="90000"/>
              </a:schemeClr>
            </a:solidFill>
            <a:ln w="127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i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o</a:t>
              </a:r>
              <a:r>
                <a:rPr lang="en-US" sz="1400" i="1" baseline="-250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lang="en-US" sz="140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23" name="Rounded Rectangle 322">
              <a:extLst>
                <a:ext uri="{FF2B5EF4-FFF2-40B4-BE49-F238E27FC236}">
                  <a16:creationId xmlns:a16="http://schemas.microsoft.com/office/drawing/2014/main" id="{C1077F19-DA6E-7DE3-4578-12FBC25430B2}"/>
                </a:ext>
              </a:extLst>
            </p:cNvPr>
            <p:cNvSpPr/>
            <p:nvPr/>
          </p:nvSpPr>
          <p:spPr>
            <a:xfrm>
              <a:off x="9117114" y="3642310"/>
              <a:ext cx="497936" cy="295882"/>
            </a:xfrm>
            <a:prstGeom prst="roundRect">
              <a:avLst/>
            </a:prstGeom>
            <a:solidFill>
              <a:schemeClr val="tx2">
                <a:lumMod val="10000"/>
                <a:lumOff val="90000"/>
              </a:schemeClr>
            </a:solidFill>
            <a:ln w="127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i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o</a:t>
              </a:r>
              <a:r>
                <a:rPr lang="en-US" sz="1400" i="1" baseline="-250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endParaRPr lang="en-US" sz="140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24" name="Rounded Rectangle 323">
              <a:extLst>
                <a:ext uri="{FF2B5EF4-FFF2-40B4-BE49-F238E27FC236}">
                  <a16:creationId xmlns:a16="http://schemas.microsoft.com/office/drawing/2014/main" id="{D039E5B4-9CD2-BB5C-F73B-39B3559B66E5}"/>
                </a:ext>
              </a:extLst>
            </p:cNvPr>
            <p:cNvSpPr/>
            <p:nvPr/>
          </p:nvSpPr>
          <p:spPr>
            <a:xfrm>
              <a:off x="9734747" y="3641923"/>
              <a:ext cx="497936" cy="295882"/>
            </a:xfrm>
            <a:prstGeom prst="roundRect">
              <a:avLst/>
            </a:prstGeom>
            <a:solidFill>
              <a:schemeClr val="tx2">
                <a:lumMod val="10000"/>
                <a:lumOff val="90000"/>
              </a:schemeClr>
            </a:solidFill>
            <a:ln w="127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i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…</a:t>
              </a:r>
            </a:p>
          </p:txBody>
        </p:sp>
        <p:grpSp>
          <p:nvGrpSpPr>
            <p:cNvPr id="325" name="Group 324">
              <a:extLst>
                <a:ext uri="{FF2B5EF4-FFF2-40B4-BE49-F238E27FC236}">
                  <a16:creationId xmlns:a16="http://schemas.microsoft.com/office/drawing/2014/main" id="{BDEC2BF8-A48E-7090-BA88-3EA817FC56D3}"/>
                </a:ext>
              </a:extLst>
            </p:cNvPr>
            <p:cNvGrpSpPr/>
            <p:nvPr/>
          </p:nvGrpSpPr>
          <p:grpSpPr>
            <a:xfrm>
              <a:off x="8634750" y="4600648"/>
              <a:ext cx="713178" cy="559837"/>
              <a:chOff x="8773055" y="4902035"/>
              <a:chExt cx="713178" cy="559837"/>
            </a:xfrm>
          </p:grpSpPr>
          <p:sp>
            <p:nvSpPr>
              <p:cNvPr id="332" name="Rounded Rectangle 331">
                <a:extLst>
                  <a:ext uri="{FF2B5EF4-FFF2-40B4-BE49-F238E27FC236}">
                    <a16:creationId xmlns:a16="http://schemas.microsoft.com/office/drawing/2014/main" id="{EDBD7CAF-CCF0-5575-92A6-898511EF7D5D}"/>
                  </a:ext>
                </a:extLst>
              </p:cNvPr>
              <p:cNvSpPr/>
              <p:nvPr/>
            </p:nvSpPr>
            <p:spPr>
              <a:xfrm>
                <a:off x="8848409" y="4902035"/>
                <a:ext cx="548729" cy="338554"/>
              </a:xfrm>
              <a:prstGeom prst="roundRect">
                <a:avLst>
                  <a:gd name="adj" fmla="val 50000"/>
                </a:avLst>
              </a:prstGeom>
              <a:solidFill>
                <a:schemeClr val="accent2">
                  <a:lumMod val="20000"/>
                  <a:lumOff val="80000"/>
                </a:schemeClr>
              </a:solidFill>
              <a:ln w="19050">
                <a:solidFill>
                  <a:schemeClr val="accent2">
                    <a:lumMod val="60000"/>
                    <a:lumOff val="40000"/>
                  </a:schemeClr>
                </a:solidFill>
                <a:prstDash val="sysDash"/>
              </a:ln>
              <a:effectLst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333" name="TextBox 332">
                    <a:extLst>
                      <a:ext uri="{FF2B5EF4-FFF2-40B4-BE49-F238E27FC236}">
                        <a16:creationId xmlns:a16="http://schemas.microsoft.com/office/drawing/2014/main" id="{7F6A60F6-1953-278E-1881-CB6B43D778EA}"/>
                      </a:ext>
                    </a:extLst>
                  </p:cNvPr>
                  <p:cNvSpPr txBox="1"/>
                  <p:nvPr/>
                </p:nvSpPr>
                <p:spPr>
                  <a:xfrm>
                    <a:off x="8773055" y="4919479"/>
                    <a:ext cx="713178" cy="542393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sz="1400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40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ℛ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sz="1400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pen</m:t>
                              </m:r>
                            </m:sub>
                          </m:sSub>
                        </m:oMath>
                      </m:oMathPara>
                    </a14:m>
                    <a:endParaRPr lang="en-US" sz="1400" b="0" i="1" dirty="0">
                      <a:latin typeface="Cambria Math" panose="02040503050406030204" pitchFamily="18" charset="0"/>
                      <a:ea typeface="Cambria Math" panose="02040503050406030204" pitchFamily="18" charset="0"/>
                      <a:cs typeface="Times New Roman" panose="02020603050405020304" pitchFamily="18" charset="0"/>
                    </a:endParaRPr>
                  </a:p>
                  <a:p>
                    <a:pPr algn="ctr"/>
                    <a:endParaRPr lang="en-US" sz="1400" i="1" dirty="0">
                      <a:latin typeface="Cambria Math" panose="02040503050406030204" pitchFamily="18" charset="0"/>
                      <a:ea typeface="Cambria Math" panose="02040503050406030204" pitchFamily="18" charset="0"/>
                      <a:cs typeface="Times New Roman" panose="02020603050405020304" pitchFamily="18" charset="0"/>
                    </a:endParaRPr>
                  </a:p>
                </p:txBody>
              </p:sp>
            </mc:Choice>
            <mc:Fallback>
              <p:sp>
                <p:nvSpPr>
                  <p:cNvPr id="333" name="TextBox 332">
                    <a:extLst>
                      <a:ext uri="{FF2B5EF4-FFF2-40B4-BE49-F238E27FC236}">
                        <a16:creationId xmlns:a16="http://schemas.microsoft.com/office/drawing/2014/main" id="{7F6A60F6-1953-278E-1881-CB6B43D778EA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8773055" y="4919479"/>
                    <a:ext cx="713178" cy="542393"/>
                  </a:xfrm>
                  <a:prstGeom prst="rect">
                    <a:avLst/>
                  </a:prstGeom>
                  <a:blipFill>
                    <a:blip r:embed="rId5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sp>
          <p:nvSpPr>
            <p:cNvPr id="326" name="Rounded Rectangle 325">
              <a:extLst>
                <a:ext uri="{FF2B5EF4-FFF2-40B4-BE49-F238E27FC236}">
                  <a16:creationId xmlns:a16="http://schemas.microsoft.com/office/drawing/2014/main" id="{39C53155-0D70-9C97-87B7-A3CBAB12714E}"/>
                </a:ext>
              </a:extLst>
            </p:cNvPr>
            <p:cNvSpPr/>
            <p:nvPr/>
          </p:nvSpPr>
          <p:spPr>
            <a:xfrm>
              <a:off x="8377533" y="5172217"/>
              <a:ext cx="1964094" cy="409451"/>
            </a:xfrm>
            <a:prstGeom prst="roundRect">
              <a:avLst>
                <a:gd name="adj" fmla="val 19565"/>
              </a:avLst>
            </a:prstGeom>
            <a:solidFill>
              <a:schemeClr val="bg1"/>
            </a:solidFill>
            <a:ln w="12700"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27" name="Rounded Rectangle 326">
              <a:extLst>
                <a:ext uri="{FF2B5EF4-FFF2-40B4-BE49-F238E27FC236}">
                  <a16:creationId xmlns:a16="http://schemas.microsoft.com/office/drawing/2014/main" id="{3287F7C0-1C9C-703B-330C-445789ADF4C7}"/>
                </a:ext>
              </a:extLst>
            </p:cNvPr>
            <p:cNvSpPr/>
            <p:nvPr/>
          </p:nvSpPr>
          <p:spPr>
            <a:xfrm>
              <a:off x="8499994" y="5229252"/>
              <a:ext cx="497936" cy="295882"/>
            </a:xfrm>
            <a:prstGeom prst="roundRect">
              <a:avLst/>
            </a:prstGeom>
            <a:solidFill>
              <a:schemeClr val="tx2">
                <a:lumMod val="10000"/>
                <a:lumOff val="90000"/>
              </a:schemeClr>
            </a:solidFill>
            <a:ln w="127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i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r</a:t>
              </a:r>
              <a:r>
                <a:rPr lang="en-US" sz="1400" i="1" baseline="-250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lang="en-US" sz="140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28" name="Rounded Rectangle 327">
              <a:extLst>
                <a:ext uri="{FF2B5EF4-FFF2-40B4-BE49-F238E27FC236}">
                  <a16:creationId xmlns:a16="http://schemas.microsoft.com/office/drawing/2014/main" id="{D9D74D29-BB1E-1D60-0D8C-1046E782C847}"/>
                </a:ext>
              </a:extLst>
            </p:cNvPr>
            <p:cNvSpPr/>
            <p:nvPr/>
          </p:nvSpPr>
          <p:spPr>
            <a:xfrm>
              <a:off x="9104455" y="5229252"/>
              <a:ext cx="497936" cy="295882"/>
            </a:xfrm>
            <a:prstGeom prst="roundRect">
              <a:avLst/>
            </a:prstGeom>
            <a:solidFill>
              <a:schemeClr val="tx2">
                <a:lumMod val="10000"/>
                <a:lumOff val="90000"/>
              </a:schemeClr>
            </a:solidFill>
            <a:ln w="127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i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r</a:t>
              </a:r>
              <a:r>
                <a:rPr lang="en-US" sz="1400" i="1" baseline="-250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endParaRPr lang="en-US" sz="140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29" name="Rounded Rectangle 328">
              <a:extLst>
                <a:ext uri="{FF2B5EF4-FFF2-40B4-BE49-F238E27FC236}">
                  <a16:creationId xmlns:a16="http://schemas.microsoft.com/office/drawing/2014/main" id="{EB5E0275-C344-57DD-5B44-CC3B34682140}"/>
                </a:ext>
              </a:extLst>
            </p:cNvPr>
            <p:cNvSpPr/>
            <p:nvPr/>
          </p:nvSpPr>
          <p:spPr>
            <a:xfrm>
              <a:off x="9734747" y="5229252"/>
              <a:ext cx="497936" cy="295882"/>
            </a:xfrm>
            <a:prstGeom prst="roundRect">
              <a:avLst/>
            </a:prstGeom>
            <a:solidFill>
              <a:schemeClr val="tx2">
                <a:lumMod val="10000"/>
                <a:lumOff val="90000"/>
              </a:schemeClr>
            </a:solidFill>
            <a:ln w="127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i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…</a:t>
              </a:r>
            </a:p>
          </p:txBody>
        </p:sp>
        <p:sp>
          <p:nvSpPr>
            <p:cNvPr id="330" name="TextBox 329">
              <a:extLst>
                <a:ext uri="{FF2B5EF4-FFF2-40B4-BE49-F238E27FC236}">
                  <a16:creationId xmlns:a16="http://schemas.microsoft.com/office/drawing/2014/main" id="{881419B8-F392-8550-CCD4-0037FE9F999A}"/>
                </a:ext>
              </a:extLst>
            </p:cNvPr>
            <p:cNvSpPr txBox="1"/>
            <p:nvPr/>
          </p:nvSpPr>
          <p:spPr>
            <a:xfrm>
              <a:off x="9182573" y="4189256"/>
              <a:ext cx="1289001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>
                  <a:solidFill>
                    <a:srgbClr val="C00000"/>
                  </a:solidFill>
                  <a:latin typeface="Times New Roman" panose="02020603050405020304" pitchFamily="18" charset="0"/>
                  <a:ea typeface="Cambria Math" panose="020405030504060302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1400" b="1" dirty="0">
                  <a:solidFill>
                    <a:srgbClr val="C00000"/>
                  </a:solidFill>
                  <a:latin typeface="Comic Sans MS" panose="030F0902030302020204" pitchFamily="66" charset="0"/>
                  <a:ea typeface="Cambria Math" panose="02040503050406030204" pitchFamily="18" charset="0"/>
                  <a:cs typeface="Times New Roman" panose="02020603050405020304" pitchFamily="18" charset="0"/>
                </a:rPr>
                <a:t>Incentive</a:t>
              </a:r>
            </a:p>
          </p:txBody>
        </p:sp>
        <p:sp>
          <p:nvSpPr>
            <p:cNvPr id="331" name="TextBox 330">
              <a:extLst>
                <a:ext uri="{FF2B5EF4-FFF2-40B4-BE49-F238E27FC236}">
                  <a16:creationId xmlns:a16="http://schemas.microsoft.com/office/drawing/2014/main" id="{685D3DBE-3EE8-9CBC-1663-00D08A1718E7}"/>
                </a:ext>
              </a:extLst>
            </p:cNvPr>
            <p:cNvSpPr txBox="1"/>
            <p:nvPr/>
          </p:nvSpPr>
          <p:spPr>
            <a:xfrm>
              <a:off x="9192573" y="4620133"/>
              <a:ext cx="1289001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>
                  <a:solidFill>
                    <a:srgbClr val="C00000"/>
                  </a:solidFill>
                  <a:latin typeface="Times New Roman" panose="02020603050405020304" pitchFamily="18" charset="0"/>
                  <a:ea typeface="Cambria Math" panose="020405030504060302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1400" b="1" dirty="0">
                  <a:solidFill>
                    <a:srgbClr val="C00000"/>
                  </a:solidFill>
                  <a:latin typeface="Comic Sans MS" panose="030F0902030302020204" pitchFamily="66" charset="0"/>
                  <a:ea typeface="Cambria Math" panose="02040503050406030204" pitchFamily="18" charset="0"/>
                  <a:cs typeface="Times New Roman" panose="02020603050405020304" pitchFamily="18" charset="0"/>
                </a:rPr>
                <a:t>Penalty</a:t>
              </a:r>
            </a:p>
          </p:txBody>
        </p:sp>
      </p:grpSp>
      <p:sp>
        <p:nvSpPr>
          <p:cNvPr id="337" name="TextBox 336">
            <a:extLst>
              <a:ext uri="{FF2B5EF4-FFF2-40B4-BE49-F238E27FC236}">
                <a16:creationId xmlns:a16="http://schemas.microsoft.com/office/drawing/2014/main" id="{8A53C549-EC67-859D-54C3-207560BF1CCE}"/>
              </a:ext>
            </a:extLst>
          </p:cNvPr>
          <p:cNvSpPr txBox="1"/>
          <p:nvPr/>
        </p:nvSpPr>
        <p:spPr>
          <a:xfrm>
            <a:off x="3075486" y="1839817"/>
            <a:ext cx="32361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200" b="1" dirty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①</a:t>
            </a:r>
            <a:endParaRPr lang="en-US" sz="1200" b="1" dirty="0">
              <a:solidFill>
                <a:schemeClr val="bg1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38" name="TextBox 337">
            <a:extLst>
              <a:ext uri="{FF2B5EF4-FFF2-40B4-BE49-F238E27FC236}">
                <a16:creationId xmlns:a16="http://schemas.microsoft.com/office/drawing/2014/main" id="{DE9C7341-C4DD-AADA-F3B7-B3C67BE7E680}"/>
              </a:ext>
            </a:extLst>
          </p:cNvPr>
          <p:cNvSpPr txBox="1"/>
          <p:nvPr/>
        </p:nvSpPr>
        <p:spPr>
          <a:xfrm>
            <a:off x="3075486" y="2439834"/>
            <a:ext cx="31064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200" b="1" dirty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②</a:t>
            </a:r>
            <a:endParaRPr lang="en-US" sz="1200" b="1" dirty="0">
              <a:solidFill>
                <a:schemeClr val="bg1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39" name="TextBox 338">
            <a:extLst>
              <a:ext uri="{FF2B5EF4-FFF2-40B4-BE49-F238E27FC236}">
                <a16:creationId xmlns:a16="http://schemas.microsoft.com/office/drawing/2014/main" id="{41DBD626-F19D-950F-FA98-3B3FBF78179A}"/>
              </a:ext>
            </a:extLst>
          </p:cNvPr>
          <p:cNvSpPr txBox="1"/>
          <p:nvPr/>
        </p:nvSpPr>
        <p:spPr>
          <a:xfrm>
            <a:off x="3068018" y="3032078"/>
            <a:ext cx="33855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1200" b="1" dirty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③</a:t>
            </a:r>
            <a:endParaRPr lang="en-US" sz="1200" b="1" dirty="0">
              <a:solidFill>
                <a:schemeClr val="bg1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40" name="TextBox 339">
            <a:extLst>
              <a:ext uri="{FF2B5EF4-FFF2-40B4-BE49-F238E27FC236}">
                <a16:creationId xmlns:a16="http://schemas.microsoft.com/office/drawing/2014/main" id="{BA1E6DF2-EECC-F019-7589-32CBF79C0B28}"/>
              </a:ext>
            </a:extLst>
          </p:cNvPr>
          <p:cNvSpPr txBox="1"/>
          <p:nvPr/>
        </p:nvSpPr>
        <p:spPr>
          <a:xfrm>
            <a:off x="3060594" y="3661292"/>
            <a:ext cx="33855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1200" b="1" dirty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④</a:t>
            </a:r>
            <a:endParaRPr lang="en-US" sz="1200" b="1" dirty="0">
              <a:solidFill>
                <a:schemeClr val="bg1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41" name="TextBox 340">
            <a:extLst>
              <a:ext uri="{FF2B5EF4-FFF2-40B4-BE49-F238E27FC236}">
                <a16:creationId xmlns:a16="http://schemas.microsoft.com/office/drawing/2014/main" id="{D32DACA3-4A16-4280-D6EF-E63EAC3E2573}"/>
              </a:ext>
            </a:extLst>
          </p:cNvPr>
          <p:cNvSpPr txBox="1"/>
          <p:nvPr/>
        </p:nvSpPr>
        <p:spPr>
          <a:xfrm>
            <a:off x="3045365" y="4272592"/>
            <a:ext cx="36901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b="1" dirty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⑤</a:t>
            </a:r>
          </a:p>
        </p:txBody>
      </p:sp>
      <p:sp>
        <p:nvSpPr>
          <p:cNvPr id="342" name="TextBox 341">
            <a:extLst>
              <a:ext uri="{FF2B5EF4-FFF2-40B4-BE49-F238E27FC236}">
                <a16:creationId xmlns:a16="http://schemas.microsoft.com/office/drawing/2014/main" id="{755A625B-66B3-6118-0CCE-57D371F65BC9}"/>
              </a:ext>
            </a:extLst>
          </p:cNvPr>
          <p:cNvSpPr txBox="1"/>
          <p:nvPr/>
        </p:nvSpPr>
        <p:spPr>
          <a:xfrm>
            <a:off x="2341144" y="3913845"/>
            <a:ext cx="33855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1200" b="1" dirty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⑥</a:t>
            </a:r>
            <a:endParaRPr lang="en-US" sz="1200" b="1" dirty="0">
              <a:solidFill>
                <a:schemeClr val="bg1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43" name="TextBox 342">
            <a:extLst>
              <a:ext uri="{FF2B5EF4-FFF2-40B4-BE49-F238E27FC236}">
                <a16:creationId xmlns:a16="http://schemas.microsoft.com/office/drawing/2014/main" id="{F5AE137F-FFBB-1E73-EA67-49C1BB97D52D}"/>
              </a:ext>
            </a:extLst>
          </p:cNvPr>
          <p:cNvSpPr txBox="1"/>
          <p:nvPr/>
        </p:nvSpPr>
        <p:spPr>
          <a:xfrm>
            <a:off x="3455257" y="3534258"/>
            <a:ext cx="33855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1200" b="1" dirty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⑦</a:t>
            </a:r>
            <a:endParaRPr lang="en-US" sz="1200" b="1" dirty="0">
              <a:solidFill>
                <a:schemeClr val="bg1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44" name="TextBox 343">
            <a:extLst>
              <a:ext uri="{FF2B5EF4-FFF2-40B4-BE49-F238E27FC236}">
                <a16:creationId xmlns:a16="http://schemas.microsoft.com/office/drawing/2014/main" id="{56C2F18C-EAD1-4B41-E676-CE8C50FAE8F7}"/>
              </a:ext>
            </a:extLst>
          </p:cNvPr>
          <p:cNvSpPr txBox="1"/>
          <p:nvPr/>
        </p:nvSpPr>
        <p:spPr>
          <a:xfrm>
            <a:off x="3933244" y="3121039"/>
            <a:ext cx="33855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1200" b="1" dirty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⑧</a:t>
            </a:r>
            <a:endParaRPr lang="en-US" sz="1200" b="1" dirty="0">
              <a:solidFill>
                <a:schemeClr val="bg1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45" name="TextBox 344">
            <a:extLst>
              <a:ext uri="{FF2B5EF4-FFF2-40B4-BE49-F238E27FC236}">
                <a16:creationId xmlns:a16="http://schemas.microsoft.com/office/drawing/2014/main" id="{3E770872-62F1-AF83-C847-5023830B7277}"/>
              </a:ext>
            </a:extLst>
          </p:cNvPr>
          <p:cNvSpPr txBox="1"/>
          <p:nvPr/>
        </p:nvSpPr>
        <p:spPr>
          <a:xfrm>
            <a:off x="1983831" y="2724926"/>
            <a:ext cx="33855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1200" b="1" dirty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⑨</a:t>
            </a:r>
            <a:endParaRPr lang="en-US" sz="1200" b="1" dirty="0">
              <a:solidFill>
                <a:schemeClr val="bg1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46" name="TextBox 345">
            <a:extLst>
              <a:ext uri="{FF2B5EF4-FFF2-40B4-BE49-F238E27FC236}">
                <a16:creationId xmlns:a16="http://schemas.microsoft.com/office/drawing/2014/main" id="{56423525-43C9-D0FC-2DC2-7AA1F7998F2E}"/>
              </a:ext>
            </a:extLst>
          </p:cNvPr>
          <p:cNvSpPr txBox="1"/>
          <p:nvPr/>
        </p:nvSpPr>
        <p:spPr>
          <a:xfrm>
            <a:off x="1837475" y="3650545"/>
            <a:ext cx="33855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1200" b="1" dirty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⑩</a:t>
            </a:r>
            <a:endParaRPr lang="en-US" sz="1200" b="1" dirty="0">
              <a:solidFill>
                <a:schemeClr val="bg1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349" name="Straight Connector 348">
            <a:extLst>
              <a:ext uri="{FF2B5EF4-FFF2-40B4-BE49-F238E27FC236}">
                <a16:creationId xmlns:a16="http://schemas.microsoft.com/office/drawing/2014/main" id="{51B8CC43-5CF3-2EC2-6688-91FDB020B5C8}"/>
              </a:ext>
            </a:extLst>
          </p:cNvPr>
          <p:cNvCxnSpPr>
            <a:cxnSpLocks/>
          </p:cNvCxnSpPr>
          <p:nvPr/>
        </p:nvCxnSpPr>
        <p:spPr>
          <a:xfrm>
            <a:off x="5329647" y="832981"/>
            <a:ext cx="0" cy="4835046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prstDash val="dash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2" name="TextBox 351">
            <a:extLst>
              <a:ext uri="{FF2B5EF4-FFF2-40B4-BE49-F238E27FC236}">
                <a16:creationId xmlns:a16="http://schemas.microsoft.com/office/drawing/2014/main" id="{B9439ED2-1E50-4BDA-165A-E95FCDC4AFF4}"/>
              </a:ext>
            </a:extLst>
          </p:cNvPr>
          <p:cNvSpPr txBox="1"/>
          <p:nvPr/>
        </p:nvSpPr>
        <p:spPr>
          <a:xfrm>
            <a:off x="1190515" y="845415"/>
            <a:ext cx="384514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(a) Non-Monotonic Generation</a:t>
            </a:r>
          </a:p>
        </p:txBody>
      </p:sp>
      <p:sp>
        <p:nvSpPr>
          <p:cNvPr id="353" name="TextBox 352">
            <a:extLst>
              <a:ext uri="{FF2B5EF4-FFF2-40B4-BE49-F238E27FC236}">
                <a16:creationId xmlns:a16="http://schemas.microsoft.com/office/drawing/2014/main" id="{60E40120-B352-52EC-27A5-2D2EB1F08B85}"/>
              </a:ext>
            </a:extLst>
          </p:cNvPr>
          <p:cNvSpPr txBox="1"/>
          <p:nvPr/>
        </p:nvSpPr>
        <p:spPr>
          <a:xfrm>
            <a:off x="5514713" y="841248"/>
            <a:ext cx="500695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(b) Training Paradigm</a:t>
            </a:r>
          </a:p>
        </p:txBody>
      </p:sp>
      <p:sp>
        <p:nvSpPr>
          <p:cNvPr id="375" name="Down Arrow 374">
            <a:extLst>
              <a:ext uri="{FF2B5EF4-FFF2-40B4-BE49-F238E27FC236}">
                <a16:creationId xmlns:a16="http://schemas.microsoft.com/office/drawing/2014/main" id="{AAB2CCFC-3C85-4901-DF4F-D048023C1777}"/>
              </a:ext>
            </a:extLst>
          </p:cNvPr>
          <p:cNvSpPr/>
          <p:nvPr/>
        </p:nvSpPr>
        <p:spPr>
          <a:xfrm rot="16200000">
            <a:off x="2443253" y="1444558"/>
            <a:ext cx="194896" cy="273724"/>
          </a:xfrm>
          <a:prstGeom prst="downArrow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387" name="Group 386">
            <a:extLst>
              <a:ext uri="{FF2B5EF4-FFF2-40B4-BE49-F238E27FC236}">
                <a16:creationId xmlns:a16="http://schemas.microsoft.com/office/drawing/2014/main" id="{03AD5728-CE05-ED22-3823-3859047B1DB2}"/>
              </a:ext>
            </a:extLst>
          </p:cNvPr>
          <p:cNvGrpSpPr/>
          <p:nvPr/>
        </p:nvGrpSpPr>
        <p:grpSpPr>
          <a:xfrm>
            <a:off x="1299399" y="1352673"/>
            <a:ext cx="1031090" cy="1212475"/>
            <a:chOff x="1299399" y="1352673"/>
            <a:chExt cx="1031090" cy="1212475"/>
          </a:xfrm>
        </p:grpSpPr>
        <p:cxnSp>
          <p:nvCxnSpPr>
            <p:cNvPr id="378" name="Straight Arrow Connector 377">
              <a:extLst>
                <a:ext uri="{FF2B5EF4-FFF2-40B4-BE49-F238E27FC236}">
                  <a16:creationId xmlns:a16="http://schemas.microsoft.com/office/drawing/2014/main" id="{E0357B07-9AA8-0E25-0A14-DAEEC6FDF161}"/>
                </a:ext>
              </a:extLst>
            </p:cNvPr>
            <p:cNvCxnSpPr>
              <a:cxnSpLocks/>
              <a:stCxn id="377" idx="0"/>
              <a:endCxn id="363" idx="2"/>
            </p:cNvCxnSpPr>
            <p:nvPr/>
          </p:nvCxnSpPr>
          <p:spPr>
            <a:xfrm flipV="1">
              <a:off x="1681292" y="1668427"/>
              <a:ext cx="17" cy="670765"/>
            </a:xfrm>
            <a:prstGeom prst="straightConnector1">
              <a:avLst/>
            </a:prstGeom>
            <a:ln>
              <a:solidFill>
                <a:schemeClr val="bg1">
                  <a:lumMod val="85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376" name="Group 375">
              <a:extLst>
                <a:ext uri="{FF2B5EF4-FFF2-40B4-BE49-F238E27FC236}">
                  <a16:creationId xmlns:a16="http://schemas.microsoft.com/office/drawing/2014/main" id="{68F3289A-7C4A-3E45-3AC5-7D1560088F34}"/>
                </a:ext>
              </a:extLst>
            </p:cNvPr>
            <p:cNvGrpSpPr/>
            <p:nvPr/>
          </p:nvGrpSpPr>
          <p:grpSpPr>
            <a:xfrm>
              <a:off x="1299399" y="1352673"/>
              <a:ext cx="1031090" cy="1212475"/>
              <a:chOff x="1325775" y="1352673"/>
              <a:chExt cx="1031090" cy="1212475"/>
            </a:xfrm>
          </p:grpSpPr>
          <p:sp>
            <p:nvSpPr>
              <p:cNvPr id="366" name="TextBox 365">
                <a:extLst>
                  <a:ext uri="{FF2B5EF4-FFF2-40B4-BE49-F238E27FC236}">
                    <a16:creationId xmlns:a16="http://schemas.microsoft.com/office/drawing/2014/main" id="{3BB41EEB-24A8-6BE2-6062-6FED8EFBDA4B}"/>
                  </a:ext>
                </a:extLst>
              </p:cNvPr>
              <p:cNvSpPr txBox="1"/>
              <p:nvPr/>
            </p:nvSpPr>
            <p:spPr>
              <a:xfrm>
                <a:off x="1772329" y="1352673"/>
                <a:ext cx="364202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dirty="0"/>
                  <a:t>…</a:t>
                </a:r>
              </a:p>
            </p:txBody>
          </p:sp>
          <p:grpSp>
            <p:nvGrpSpPr>
              <p:cNvPr id="374" name="Group 373">
                <a:extLst>
                  <a:ext uri="{FF2B5EF4-FFF2-40B4-BE49-F238E27FC236}">
                    <a16:creationId xmlns:a16="http://schemas.microsoft.com/office/drawing/2014/main" id="{8D0EFE9E-98E7-5C08-CCB1-0BB719A5A5B0}"/>
                  </a:ext>
                </a:extLst>
              </p:cNvPr>
              <p:cNvGrpSpPr/>
              <p:nvPr/>
            </p:nvGrpSpPr>
            <p:grpSpPr>
              <a:xfrm>
                <a:off x="1325775" y="1489114"/>
                <a:ext cx="1031090" cy="1076034"/>
                <a:chOff x="2151107" y="5766949"/>
                <a:chExt cx="1031090" cy="1076034"/>
              </a:xfrm>
            </p:grpSpPr>
            <p:cxnSp>
              <p:nvCxnSpPr>
                <p:cNvPr id="371" name="Straight Arrow Connector 370">
                  <a:extLst>
                    <a:ext uri="{FF2B5EF4-FFF2-40B4-BE49-F238E27FC236}">
                      <a16:creationId xmlns:a16="http://schemas.microsoft.com/office/drawing/2014/main" id="{E5AD39EB-6158-8CBE-2647-B9BAAAAB37E0}"/>
                    </a:ext>
                  </a:extLst>
                </p:cNvPr>
                <p:cNvCxnSpPr>
                  <a:cxnSpLocks/>
                  <a:stCxn id="358" idx="0"/>
                  <a:endCxn id="365" idx="2"/>
                </p:cNvCxnSpPr>
                <p:nvPr/>
              </p:nvCxnSpPr>
              <p:spPr>
                <a:xfrm flipV="1">
                  <a:off x="3055139" y="5947606"/>
                  <a:ext cx="4396" cy="669137"/>
                </a:xfrm>
                <a:prstGeom prst="straightConnector1">
                  <a:avLst/>
                </a:prstGeom>
                <a:ln>
                  <a:solidFill>
                    <a:schemeClr val="bg1">
                      <a:lumMod val="85000"/>
                    </a:schemeClr>
                  </a:solidFill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356" name="Rectangle 355">
                  <a:extLst>
                    <a:ext uri="{FF2B5EF4-FFF2-40B4-BE49-F238E27FC236}">
                      <a16:creationId xmlns:a16="http://schemas.microsoft.com/office/drawing/2014/main" id="{BBA93BD7-5882-84C6-0D76-B18055EB8719}"/>
                    </a:ext>
                  </a:extLst>
                </p:cNvPr>
                <p:cNvSpPr/>
                <p:nvPr/>
              </p:nvSpPr>
              <p:spPr>
                <a:xfrm>
                  <a:off x="2254301" y="6616743"/>
                  <a:ext cx="182880" cy="179313"/>
                </a:xfrm>
                <a:prstGeom prst="rect">
                  <a:avLst/>
                </a:prstGeom>
                <a:solidFill>
                  <a:schemeClr val="tx2">
                    <a:lumMod val="25000"/>
                    <a:lumOff val="75000"/>
                  </a:schemeClr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358" name="Rectangle 357">
                  <a:extLst>
                    <a:ext uri="{FF2B5EF4-FFF2-40B4-BE49-F238E27FC236}">
                      <a16:creationId xmlns:a16="http://schemas.microsoft.com/office/drawing/2014/main" id="{507A8170-AB90-2DBD-C2E6-80949804A76D}"/>
                    </a:ext>
                  </a:extLst>
                </p:cNvPr>
                <p:cNvSpPr/>
                <p:nvPr/>
              </p:nvSpPr>
              <p:spPr>
                <a:xfrm>
                  <a:off x="2963699" y="6616743"/>
                  <a:ext cx="182880" cy="179313"/>
                </a:xfrm>
                <a:prstGeom prst="rect">
                  <a:avLst/>
                </a:prstGeom>
                <a:solidFill>
                  <a:schemeClr val="tx2">
                    <a:lumMod val="25000"/>
                    <a:lumOff val="75000"/>
                  </a:schemeClr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cxnSp>
              <p:nvCxnSpPr>
                <p:cNvPr id="360" name="Straight Arrow Connector 359">
                  <a:extLst>
                    <a:ext uri="{FF2B5EF4-FFF2-40B4-BE49-F238E27FC236}">
                      <a16:creationId xmlns:a16="http://schemas.microsoft.com/office/drawing/2014/main" id="{5E31E604-406E-BFB5-C44F-C04C692D5EE2}"/>
                    </a:ext>
                  </a:extLst>
                </p:cNvPr>
                <p:cNvCxnSpPr>
                  <a:cxnSpLocks/>
                  <a:stCxn id="356" idx="0"/>
                  <a:endCxn id="361" idx="2"/>
                </p:cNvCxnSpPr>
                <p:nvPr/>
              </p:nvCxnSpPr>
              <p:spPr>
                <a:xfrm flipV="1">
                  <a:off x="2345741" y="5947975"/>
                  <a:ext cx="9208" cy="668768"/>
                </a:xfrm>
                <a:prstGeom prst="straightConnector1">
                  <a:avLst/>
                </a:prstGeom>
                <a:ln>
                  <a:solidFill>
                    <a:schemeClr val="bg1">
                      <a:lumMod val="85000"/>
                    </a:schemeClr>
                  </a:solidFill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361" name="Rectangle 360">
                  <a:extLst>
                    <a:ext uri="{FF2B5EF4-FFF2-40B4-BE49-F238E27FC236}">
                      <a16:creationId xmlns:a16="http://schemas.microsoft.com/office/drawing/2014/main" id="{263D85D3-E2AE-A35C-EA7C-952D535F514B}"/>
                    </a:ext>
                  </a:extLst>
                </p:cNvPr>
                <p:cNvSpPr/>
                <p:nvPr/>
              </p:nvSpPr>
              <p:spPr>
                <a:xfrm>
                  <a:off x="2263509" y="5768662"/>
                  <a:ext cx="182880" cy="179313"/>
                </a:xfrm>
                <a:prstGeom prst="rect">
                  <a:avLst/>
                </a:prstGeom>
                <a:solidFill>
                  <a:schemeClr val="tx2">
                    <a:lumMod val="25000"/>
                    <a:lumOff val="75000"/>
                  </a:schemeClr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363" name="Rectangle 362">
                  <a:extLst>
                    <a:ext uri="{FF2B5EF4-FFF2-40B4-BE49-F238E27FC236}">
                      <a16:creationId xmlns:a16="http://schemas.microsoft.com/office/drawing/2014/main" id="{6AC45F70-A081-208C-4D34-32E96A05ADD9}"/>
                    </a:ext>
                  </a:extLst>
                </p:cNvPr>
                <p:cNvSpPr/>
                <p:nvPr/>
              </p:nvSpPr>
              <p:spPr>
                <a:xfrm>
                  <a:off x="2441577" y="5766949"/>
                  <a:ext cx="182880" cy="179313"/>
                </a:xfrm>
                <a:prstGeom prst="rect">
                  <a:avLst/>
                </a:prstGeom>
                <a:solidFill>
                  <a:schemeClr val="tx2">
                    <a:lumMod val="25000"/>
                    <a:lumOff val="75000"/>
                  </a:schemeClr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365" name="Rectangle 364">
                  <a:extLst>
                    <a:ext uri="{FF2B5EF4-FFF2-40B4-BE49-F238E27FC236}">
                      <a16:creationId xmlns:a16="http://schemas.microsoft.com/office/drawing/2014/main" id="{6CC00A73-0888-3489-A7B8-DE5A3BD6CF6D}"/>
                    </a:ext>
                  </a:extLst>
                </p:cNvPr>
                <p:cNvSpPr/>
                <p:nvPr/>
              </p:nvSpPr>
              <p:spPr>
                <a:xfrm>
                  <a:off x="2968095" y="5768293"/>
                  <a:ext cx="182880" cy="179313"/>
                </a:xfrm>
                <a:prstGeom prst="rect">
                  <a:avLst/>
                </a:prstGeom>
                <a:solidFill>
                  <a:schemeClr val="tx2">
                    <a:lumMod val="25000"/>
                    <a:lumOff val="75000"/>
                  </a:schemeClr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367" name="TextBox 366">
                  <a:extLst>
                    <a:ext uri="{FF2B5EF4-FFF2-40B4-BE49-F238E27FC236}">
                      <a16:creationId xmlns:a16="http://schemas.microsoft.com/office/drawing/2014/main" id="{1D49F804-B5EA-CCBA-2406-8F68235BA992}"/>
                    </a:ext>
                  </a:extLst>
                </p:cNvPr>
                <p:cNvSpPr txBox="1"/>
                <p:nvPr/>
              </p:nvSpPr>
              <p:spPr>
                <a:xfrm>
                  <a:off x="2620061" y="6473651"/>
                  <a:ext cx="341794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dirty="0"/>
                    <a:t>…</a:t>
                  </a:r>
                </a:p>
              </p:txBody>
            </p:sp>
            <p:sp>
              <p:nvSpPr>
                <p:cNvPr id="354" name="Rounded Rectangle 353">
                  <a:extLst>
                    <a:ext uri="{FF2B5EF4-FFF2-40B4-BE49-F238E27FC236}">
                      <a16:creationId xmlns:a16="http://schemas.microsoft.com/office/drawing/2014/main" id="{37ED35AB-86E1-A632-DBDB-6219AF00733D}"/>
                    </a:ext>
                  </a:extLst>
                </p:cNvPr>
                <p:cNvSpPr/>
                <p:nvPr/>
              </p:nvSpPr>
              <p:spPr>
                <a:xfrm>
                  <a:off x="2151107" y="6081213"/>
                  <a:ext cx="1031090" cy="405544"/>
                </a:xfrm>
                <a:prstGeom prst="roundRect">
                  <a:avLst/>
                </a:prstGeom>
                <a:solidFill>
                  <a:schemeClr val="bg2">
                    <a:lumMod val="75000"/>
                  </a:schemeClr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Model</a:t>
                  </a:r>
                </a:p>
              </p:txBody>
            </p:sp>
          </p:grpSp>
        </p:grpSp>
        <p:sp>
          <p:nvSpPr>
            <p:cNvPr id="377" name="Rectangle 376">
              <a:extLst>
                <a:ext uri="{FF2B5EF4-FFF2-40B4-BE49-F238E27FC236}">
                  <a16:creationId xmlns:a16="http://schemas.microsoft.com/office/drawing/2014/main" id="{AE99BC7F-B903-285C-7F11-454184A29296}"/>
                </a:ext>
              </a:extLst>
            </p:cNvPr>
            <p:cNvSpPr/>
            <p:nvPr/>
          </p:nvSpPr>
          <p:spPr>
            <a:xfrm>
              <a:off x="1589852" y="2339192"/>
              <a:ext cx="182880" cy="179313"/>
            </a:xfrm>
            <a:prstGeom prst="rect">
              <a:avLst/>
            </a:prstGeom>
            <a:solidFill>
              <a:schemeClr val="tx2">
                <a:lumMod val="25000"/>
                <a:lumOff val="7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384" name="Curved Connector 383">
            <a:extLst>
              <a:ext uri="{FF2B5EF4-FFF2-40B4-BE49-F238E27FC236}">
                <a16:creationId xmlns:a16="http://schemas.microsoft.com/office/drawing/2014/main" id="{E23D1C03-6985-BD4F-B052-FC2AFB5A4373}"/>
              </a:ext>
            </a:extLst>
          </p:cNvPr>
          <p:cNvCxnSpPr>
            <a:cxnSpLocks/>
            <a:stCxn id="126" idx="0"/>
            <a:endCxn id="55" idx="3"/>
          </p:cNvCxnSpPr>
          <p:nvPr/>
        </p:nvCxnSpPr>
        <p:spPr>
          <a:xfrm rot="16200000" flipV="1">
            <a:off x="3230994" y="3006244"/>
            <a:ext cx="1070905" cy="804071"/>
          </a:xfrm>
          <a:prstGeom prst="curvedConnector2">
            <a:avLst/>
          </a:prstGeom>
          <a:ln>
            <a:solidFill>
              <a:srgbClr val="F6C6AD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6693888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3539</TotalTime>
  <Words>704</Words>
  <Application>Microsoft Macintosh PowerPoint</Application>
  <PresentationFormat>Widescreen</PresentationFormat>
  <Paragraphs>413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6" baseType="lpstr">
      <vt:lpstr>Aptos</vt:lpstr>
      <vt:lpstr>Aptos Display</vt:lpstr>
      <vt:lpstr>Arial</vt:lpstr>
      <vt:lpstr>Cambria Math</vt:lpstr>
      <vt:lpstr>Comic Sans MS</vt:lpstr>
      <vt:lpstr>Consolas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Yiyang Li</dc:creator>
  <cp:lastModifiedBy>Billy(Tianyi) Ma</cp:lastModifiedBy>
  <cp:revision>21</cp:revision>
  <dcterms:created xsi:type="dcterms:W3CDTF">2026-01-22T22:35:51Z</dcterms:created>
  <dcterms:modified xsi:type="dcterms:W3CDTF">2026-01-29T11:44:29Z</dcterms:modified>
</cp:coreProperties>
</file>