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73"/>
  </p:normalViewPr>
  <p:slideViewPr>
    <p:cSldViewPr snapToGrid="0">
      <p:cViewPr>
        <p:scale>
          <a:sx n="149" d="100"/>
          <a:sy n="149" d="100"/>
        </p:scale>
        <p:origin x="2312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5305-0B18-68BF-F9A8-AACB2B4A2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15215-D3B9-1E34-EDB7-748157AE7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A1343-0387-4BCB-58F5-25B4C052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DB49-7D22-ADBC-D372-EEB5067E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3DFC8-0CFC-A25C-0D07-B395ACB0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0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D49A-EA0B-71CB-EA78-B3CA7395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F6AE-91B7-1BC7-180C-A8B8D914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97F5-2036-C7CF-8DFA-1B21D01C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0635-9535-89BA-B001-C6166155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8DE8-62CF-A613-7D06-08B541FE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8FED-BA34-7C01-FC28-6E9642B9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161D4-ED01-67F0-4BF4-93963702D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6F2DE-0125-2800-4C22-3BC061C0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2F3F-D31D-8B3D-B721-2D08911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E5CAD-30AC-474F-4DF6-B3C80A17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6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944F-564B-2372-4640-5095E605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691C8-A3D2-A82E-B6FE-5C7AAC2E3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166A-AB34-D667-A125-BD665F106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1A307-B289-B622-6F92-36805ABB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9FB9B-6D9E-1789-93D3-1A7B41BD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ADEE6-6C46-7B7A-7048-4F413CF7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5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EB1C-B622-B903-9CE7-AA08665C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E3347-B57D-ACAA-0BC0-F69F9D340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2BF79-A046-D961-705C-3E26FE65B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8BF05-E297-85E5-18E1-1029DF1F6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5FC87-C35C-FA52-7C7D-574A498E2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7A75EE-178F-3805-1757-6ACF04CA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6E772-201F-712B-7875-61BE67A1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E7AC1-B2FA-ADEC-B97D-2184CBF9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5108-6F93-506E-C3A3-9B038877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189C7-00D4-3BF6-D14A-7B88029B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ACBB4-D9A6-C152-3097-A0F176A6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824B1-5BDA-8918-664E-86B79151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2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A55BE-0894-9588-580A-9E006B96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4BFE7-399B-7ED9-220E-2DA6752F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1064F-7FFB-EBA5-8B1E-15F8199E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4176-44F1-BF14-6534-7FA1915F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47B68-BEDA-5B34-C74A-F1E674A1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40A0E-FDC4-8E55-39C8-B7AA17F0D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5959F-E5BD-889C-3324-18082A45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F5F5B-5057-C021-2848-EC8C9377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DD21-5E40-1F0B-D20A-7350CE39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8562-D3BD-6E21-2B68-212CB8CC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2A9E7-CFEE-ACE7-20A3-2B4AD886D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DF90C-261F-21AB-7784-0A96521B5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0A6E1-FA7D-768E-89A2-26C7B3EF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68A19-F556-02D0-8C0E-81B895BC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4B35-86F5-36FD-0022-99FC4E1B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9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618B-BC16-2B7A-BC81-0BE42554B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D03E3-17F0-3CED-F60B-31C4AFC87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FD45E-0302-F6D7-5FE1-5DD8B7B8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0FE16-13C1-632C-39C1-F624335D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5E3C-B3EF-4339-80F0-F50A1192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64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F2D53-1CB8-0E26-55FB-F521CED3C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C1C9A-EE33-B3C4-879E-B1DD7788A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6DF50-DD03-F3C9-A110-7AFC960D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76068-6F3D-ECF7-3AA1-760E87A5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1BF39-55B2-0D43-C6B4-DC704E43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1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FBB11-CD70-9D7A-AD32-D74C5A63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4959A-F234-9B2C-AE3A-573EBD2CD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871B-2A91-261C-0359-8340CBE66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029D6-552D-0B46-9958-7E54449FBDD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0281-1053-A616-0DA7-C6F225F7C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65CF5-C67D-3EB1-28F3-278CD4C4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CB5A0-9462-B646-9E32-14A3814B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6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A211DD6-98E2-03AB-214E-9E4D44C7E808}"/>
              </a:ext>
            </a:extLst>
          </p:cNvPr>
          <p:cNvGrpSpPr/>
          <p:nvPr/>
        </p:nvGrpSpPr>
        <p:grpSpPr>
          <a:xfrm>
            <a:off x="1410055" y="-54801"/>
            <a:ext cx="6306359" cy="2985167"/>
            <a:chOff x="1324598" y="-54801"/>
            <a:chExt cx="6306359" cy="298516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B6BC706-DCC3-9F30-DEDB-3E5EA0850B76}"/>
                </a:ext>
              </a:extLst>
            </p:cNvPr>
            <p:cNvCxnSpPr>
              <a:stCxn id="31" idx="0"/>
              <a:endCxn id="32" idx="2"/>
            </p:cNvCxnSpPr>
            <p:nvPr/>
          </p:nvCxnSpPr>
          <p:spPr>
            <a:xfrm flipV="1">
              <a:off x="3730299" y="764443"/>
              <a:ext cx="0" cy="13517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69DAC1F-1DC2-CFD3-3E53-0150AB2FB46C}"/>
                </a:ext>
              </a:extLst>
            </p:cNvPr>
            <p:cNvCxnSpPr>
              <a:stCxn id="33" idx="0"/>
              <a:endCxn id="34" idx="2"/>
            </p:cNvCxnSpPr>
            <p:nvPr/>
          </p:nvCxnSpPr>
          <p:spPr>
            <a:xfrm flipV="1">
              <a:off x="4091247" y="764443"/>
              <a:ext cx="0" cy="13517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66170E8-1E49-20A6-60E0-19635E876821}"/>
                </a:ext>
              </a:extLst>
            </p:cNvPr>
            <p:cNvCxnSpPr>
              <a:stCxn id="16" idx="0"/>
              <a:endCxn id="17" idx="2"/>
            </p:cNvCxnSpPr>
            <p:nvPr/>
          </p:nvCxnSpPr>
          <p:spPr>
            <a:xfrm flipV="1">
              <a:off x="2651220" y="764443"/>
              <a:ext cx="0" cy="13517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E116263-453C-5906-AE27-F481B8E623D1}"/>
                </a:ext>
              </a:extLst>
            </p:cNvPr>
            <p:cNvCxnSpPr>
              <a:stCxn id="19" idx="0"/>
              <a:endCxn id="20" idx="2"/>
            </p:cNvCxnSpPr>
            <p:nvPr/>
          </p:nvCxnSpPr>
          <p:spPr>
            <a:xfrm flipV="1">
              <a:off x="3012167" y="766542"/>
              <a:ext cx="0" cy="13517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2DD6784-D8D4-DBE0-F837-1A69F7A24147}"/>
                </a:ext>
              </a:extLst>
            </p:cNvPr>
            <p:cNvCxnSpPr>
              <a:stCxn id="22" idx="0"/>
              <a:endCxn id="23" idx="2"/>
            </p:cNvCxnSpPr>
            <p:nvPr/>
          </p:nvCxnSpPr>
          <p:spPr>
            <a:xfrm flipV="1">
              <a:off x="3373115" y="766542"/>
              <a:ext cx="0" cy="13517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EF7EC21-6AD2-DB15-0A6F-D881B3860474}"/>
                </a:ext>
              </a:extLst>
            </p:cNvPr>
            <p:cNvCxnSpPr>
              <a:stCxn id="9" idx="0"/>
              <a:endCxn id="10" idx="2"/>
            </p:cNvCxnSpPr>
            <p:nvPr/>
          </p:nvCxnSpPr>
          <p:spPr>
            <a:xfrm flipV="1">
              <a:off x="2290272" y="764443"/>
              <a:ext cx="0" cy="13517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6DA6B92-88F4-4330-B828-EDF8C86AF079}"/>
                </a:ext>
              </a:extLst>
            </p:cNvPr>
            <p:cNvSpPr/>
            <p:nvPr/>
          </p:nvSpPr>
          <p:spPr>
            <a:xfrm>
              <a:off x="1655805" y="978912"/>
              <a:ext cx="2984431" cy="95410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8C9A51-E5E5-4521-0208-856D44DB32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3139" y="211615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5561F87-A482-BBBC-7192-652C92EEA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3139" y="490123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B6133D3-5EAE-23A1-C4AA-47E88F5D1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54087" y="211615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ECB24BD-B6CF-CFB9-FFCA-C150366A2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54087" y="490123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3F9E90-2FC9-070B-981F-6DA771328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92164" y="2116151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DCCA6D-CE56-AD94-D780-6392869C91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53112" y="2116151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6DAF49-F916-0E37-7B8A-488F50E2B5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53112" y="490123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0D4013-FCF5-E24B-47DC-AA8DD29396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4060" y="211615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9C6CB1-2E2D-BA8C-457B-DD804F1CD7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4060" y="490123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E260EE4-41CA-16D8-0549-0C0EEB031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5007" y="2118250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3B0F7D-051B-6D16-491F-BE87383E02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5007" y="492222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B233D1-BA03-DA71-8EFF-F0D20EA80B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35955" y="2118250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97FBF9B-B31A-5D68-360B-CE86A0E923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35955" y="492222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090827-0194-18A7-C3A2-52AEAAA4F0B2}"/>
                </a:ext>
              </a:extLst>
            </p:cNvPr>
            <p:cNvSpPr txBox="1"/>
            <p:nvPr/>
          </p:nvSpPr>
          <p:spPr>
            <a:xfrm>
              <a:off x="1655804" y="996033"/>
              <a:ext cx="298443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omic Sans MS" panose="030F0902030302020204" pitchFamily="66" charset="0"/>
                  <a:cs typeface="Times New Roman" panose="02020603050405020304" pitchFamily="18" charset="0"/>
                </a:rPr>
                <a:t>Autoregressive Model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6E550B8-91FD-8AB6-F572-88E02DCEE9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1866" y="49428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29AA51C-1011-E675-A98D-DE67ADD184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2814" y="49428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EFB4F5D-94DC-823F-25C3-87D5E8B6E2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1839" y="49428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ECBC25A-3F59-A085-AF6E-99B27A4372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2787" y="494280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43088D1-9A96-2632-3C9E-95C80C327A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3734" y="494280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BD30E55-B9D0-2D8A-914E-0D0868F47F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682" y="49428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61D4525E-C35A-1FC8-C95C-4529519F5F29}"/>
                </a:ext>
              </a:extLst>
            </p:cNvPr>
            <p:cNvSpPr/>
            <p:nvPr/>
          </p:nvSpPr>
          <p:spPr>
            <a:xfrm>
              <a:off x="4492431" y="583977"/>
              <a:ext cx="480060" cy="12081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3D4DC17C-D658-504F-C2B8-FFA0FA939613}"/>
                </a:ext>
              </a:extLst>
            </p:cNvPr>
            <p:cNvSpPr/>
            <p:nvPr/>
          </p:nvSpPr>
          <p:spPr>
            <a:xfrm rot="5400000">
              <a:off x="5948429" y="1412681"/>
              <a:ext cx="480060" cy="12081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AAD0AD36-0AEE-36F0-8524-A14021EB1FAD}"/>
                </a:ext>
              </a:extLst>
            </p:cNvPr>
            <p:cNvCxnSpPr>
              <a:cxnSpLocks/>
              <a:stCxn id="44" idx="2"/>
              <a:endCxn id="43" idx="2"/>
            </p:cNvCxnSpPr>
            <p:nvPr/>
          </p:nvCxnSpPr>
          <p:spPr>
            <a:xfrm rot="5400000">
              <a:off x="5810421" y="588127"/>
              <a:ext cx="12700" cy="360947"/>
            </a:xfrm>
            <a:prstGeom prst="bentConnector3">
              <a:avLst>
                <a:gd name="adj1" fmla="val 1282858"/>
              </a:avLst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36EF531-2ADB-7139-2964-DA2C359CC960}"/>
                </a:ext>
              </a:extLst>
            </p:cNvPr>
            <p:cNvSpPr txBox="1"/>
            <p:nvPr/>
          </p:nvSpPr>
          <p:spPr>
            <a:xfrm>
              <a:off x="5168472" y="877995"/>
              <a:ext cx="13185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Comic Sans MS" panose="030F0902030302020204" pitchFamily="66" charset="0"/>
                  <a:cs typeface="Times New Roman" panose="02020603050405020304" pitchFamily="18" charset="0"/>
                </a:rPr>
                <a:t>Backtrack</a:t>
              </a:r>
              <a:endParaRPr lang="en-US" sz="1800" dirty="0">
                <a:solidFill>
                  <a:srgbClr val="FF0000"/>
                </a:solidFill>
                <a:latin typeface="Comic Sans MS" panose="030F09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8FD2FA8-17D8-F466-BF98-6F6EC4304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5933" y="210933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808D349-7A71-2032-12CC-F139D7D15B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96881" y="210933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2371A93-7EF3-BACC-9C63-E12938258D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5749" y="210933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2C6C32E-0881-2F46-0CD2-D97C8DD9CB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8749" y="2109331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7715A85-A9B8-4216-D4F6-C6D5DCC33586}"/>
                </a:ext>
              </a:extLst>
            </p:cNvPr>
            <p:cNvSpPr txBox="1"/>
            <p:nvPr/>
          </p:nvSpPr>
          <p:spPr>
            <a:xfrm>
              <a:off x="6196881" y="1117131"/>
              <a:ext cx="13185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Final </a:t>
              </a:r>
              <a:b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</a:br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Output</a:t>
              </a:r>
              <a:endParaRPr lang="en-US" sz="1800" dirty="0">
                <a:latin typeface="Comic Sans MS" panose="030F09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1851FB-A883-3261-6229-400FAF9A1A1D}"/>
                </a:ext>
              </a:extLst>
            </p:cNvPr>
            <p:cNvSpPr txBox="1"/>
            <p:nvPr/>
          </p:nvSpPr>
          <p:spPr>
            <a:xfrm>
              <a:off x="1324598" y="-54801"/>
              <a:ext cx="63063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Generation with Self-Refine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EC2E364-4D3B-57B8-DC56-6AC85B2EFEE4}"/>
                </a:ext>
              </a:extLst>
            </p:cNvPr>
            <p:cNvGrpSpPr/>
            <p:nvPr/>
          </p:nvGrpSpPr>
          <p:grpSpPr>
            <a:xfrm>
              <a:off x="1762605" y="2561034"/>
              <a:ext cx="4261458" cy="369332"/>
              <a:chOff x="1762605" y="3119977"/>
              <a:chExt cx="4261458" cy="36933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9775500-E3CE-2A4B-6263-7A88A365F976}"/>
                  </a:ext>
                </a:extLst>
              </p:cNvPr>
              <p:cNvSpPr txBox="1"/>
              <p:nvPr/>
            </p:nvSpPr>
            <p:spPr>
              <a:xfrm>
                <a:off x="1762605" y="3119977"/>
                <a:ext cx="21884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mic Sans MS" panose="030F0902030302020204" pitchFamily="66" charset="0"/>
                    <a:cs typeface="Times New Roman" panose="02020603050405020304" pitchFamily="18" charset="0"/>
                  </a:rPr>
                  <a:t>Prompt Token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7DD419C-555B-3593-0409-1FEEDB7338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92164" y="3154680"/>
                <a:ext cx="274320" cy="274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347DD4A-6DE4-8BC7-30DB-395C14D3019A}"/>
                  </a:ext>
                </a:extLst>
              </p:cNvPr>
              <p:cNvSpPr txBox="1"/>
              <p:nvPr/>
            </p:nvSpPr>
            <p:spPr>
              <a:xfrm>
                <a:off x="3835579" y="3119977"/>
                <a:ext cx="21884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mic Sans MS" panose="030F0902030302020204" pitchFamily="66" charset="0"/>
                    <a:cs typeface="Times New Roman" panose="02020603050405020304" pitchFamily="18" charset="0"/>
                  </a:rPr>
                  <a:t>Backtrack Token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BB69446-A5C5-D199-3671-1FD411C251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4809" y="3154680"/>
                <a:ext cx="274320" cy="27432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7D962B-014C-B17B-549C-261328AAC7DF}"/>
              </a:ext>
            </a:extLst>
          </p:cNvPr>
          <p:cNvGrpSpPr/>
          <p:nvPr/>
        </p:nvGrpSpPr>
        <p:grpSpPr>
          <a:xfrm>
            <a:off x="1386348" y="3166227"/>
            <a:ext cx="6330066" cy="3628455"/>
            <a:chOff x="1386348" y="3166227"/>
            <a:chExt cx="6330066" cy="3628455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D5937A0-F8E5-0E3C-763B-7E01736AF54A}"/>
                </a:ext>
              </a:extLst>
            </p:cNvPr>
            <p:cNvSpPr txBox="1"/>
            <p:nvPr/>
          </p:nvSpPr>
          <p:spPr>
            <a:xfrm>
              <a:off x="1386348" y="3166227"/>
              <a:ext cx="633006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Training Paradigm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B2D8BE-A025-73AC-61A6-E07CCB81F54B}"/>
                </a:ext>
              </a:extLst>
            </p:cNvPr>
            <p:cNvSpPr txBox="1"/>
            <p:nvPr/>
          </p:nvSpPr>
          <p:spPr>
            <a:xfrm>
              <a:off x="1677147" y="4128407"/>
              <a:ext cx="59538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mic Sans MS" panose="030F0902030302020204" pitchFamily="66" charset="0"/>
                </a:rPr>
                <a:t>Prompt:  Where does Taylor Swift live ? She lives in </a:t>
              </a:r>
              <a:r>
                <a:rPr lang="en-US" sz="16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Chicago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18FBF86-9E34-1838-FC6E-3B097C279015}"/>
                </a:ext>
              </a:extLst>
            </p:cNvPr>
            <p:cNvSpPr txBox="1"/>
            <p:nvPr/>
          </p:nvSpPr>
          <p:spPr>
            <a:xfrm>
              <a:off x="1677148" y="4501926"/>
              <a:ext cx="565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mic Sans MS" panose="030F0902030302020204" pitchFamily="66" charset="0"/>
                </a:rPr>
                <a:t>Label:    </a:t>
              </a:r>
              <a:r>
                <a:rPr lang="en-US" sz="1600" b="1" dirty="0">
                  <a:solidFill>
                    <a:srgbClr val="FFC000"/>
                  </a:solidFill>
                  <a:latin typeface="Comic Sans MS" panose="030F0902030302020204" pitchFamily="66" charset="0"/>
                </a:rPr>
                <a:t>[Backtrack]</a:t>
              </a:r>
              <a:r>
                <a:rPr lang="en-US" sz="1600" dirty="0">
                  <a:solidFill>
                    <a:srgbClr val="FFC000"/>
                  </a:solidFill>
                  <a:latin typeface="Comic Sans MS" panose="030F0902030302020204" pitchFamily="66" charset="0"/>
                </a:rPr>
                <a:t> </a:t>
              </a:r>
              <a:r>
                <a:rPr lang="en-US" sz="1600" dirty="0">
                  <a:latin typeface="Comic Sans MS" panose="030F0902030302020204" pitchFamily="66" charset="0"/>
                </a:rPr>
                <a:t>New York.</a:t>
              </a:r>
              <a:endParaRPr lang="en-US" sz="16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EE9CF33-8CE6-3321-26AF-1528869D8450}"/>
                </a:ext>
              </a:extLst>
            </p:cNvPr>
            <p:cNvSpPr txBox="1"/>
            <p:nvPr/>
          </p:nvSpPr>
          <p:spPr>
            <a:xfrm>
              <a:off x="1722747" y="3732463"/>
              <a:ext cx="55069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Step 1: Understand </a:t>
              </a:r>
              <a:r>
                <a:rPr lang="en-US" b="1" dirty="0">
                  <a:solidFill>
                    <a:srgbClr val="FFC000"/>
                  </a:solidFill>
                  <a:latin typeface="Comic Sans MS" panose="030F0902030302020204" pitchFamily="66" charset="0"/>
                  <a:cs typeface="Times New Roman" panose="02020603050405020304" pitchFamily="18" charset="0"/>
                </a:rPr>
                <a:t>[Backtrack] </a:t>
              </a:r>
              <a:r>
                <a:rPr lang="en-US" b="1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via SFT</a:t>
              </a:r>
              <a:r>
                <a:rPr lang="en-US" dirty="0">
                  <a:solidFill>
                    <a:srgbClr val="FFC000"/>
                  </a:solidFill>
                  <a:latin typeface="Comic Sans MS" panose="030F0902030302020204" pitchFamily="66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302F7CF-7852-6130-31CB-69C8028253D7}"/>
                </a:ext>
              </a:extLst>
            </p:cNvPr>
            <p:cNvSpPr txBox="1"/>
            <p:nvPr/>
          </p:nvSpPr>
          <p:spPr>
            <a:xfrm>
              <a:off x="1792164" y="4907323"/>
              <a:ext cx="55069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Step 2: Learn to Refine </a:t>
              </a:r>
              <a:r>
                <a:rPr lang="en-US" b="1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via GRPO</a:t>
              </a:r>
              <a:endParaRPr lang="en-US" b="1" dirty="0">
                <a:solidFill>
                  <a:srgbClr val="FFC000"/>
                </a:solidFill>
                <a:latin typeface="Comic Sans MS" panose="030F09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E82BEDA-D84A-DCC4-5A77-051830FF4A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78792" y="5701425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1076090-FE0E-AC89-C653-2492FEE16C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9740" y="5701425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6F6D454-1E75-3C07-00E1-0A350632C4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19687" y="5349744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9D65976-E359-E94D-2DC0-323468EE56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6973" y="5349744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D5F0C12-53C3-A53B-5BC6-6D7BE4D10B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9811" y="5349744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EB83FCB-103E-45EE-4CD9-6F04142E0F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08392" y="5349744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3C8489A-DA63-8FE4-A54C-FDEEB7DD47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1247" y="5349744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B5BE271-2922-82EA-7070-DB9435B1EB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39018" y="5349744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E980A6C-4236-9EDD-E594-04455D5ADA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6304" y="5349744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81E8BBC-A6FA-C0AB-ED41-761E1197B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9142" y="5349744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7D48517-85E6-5703-74A6-094AB5C478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7723" y="5349744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1BBA20D-6CE9-A01E-A9B9-D623CB553B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578" y="5349744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BC392F7-4F1D-FD4B-DB48-EA8917BC21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19687" y="5741928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517174E-B979-E611-0FF7-BDAD5249E0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6973" y="5741928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1612F31-86AA-2124-3C39-6CB40CEA10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9811" y="5741928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87122E2-2318-919F-62F3-9F86E5521F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08392" y="5741928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E8BEF26-0C4F-9ED4-DA9E-96C4A502EA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1247" y="5741928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770BBB5-8F94-4EA2-23B9-F3049887B1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39018" y="5741928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3132339-CE89-E653-0E17-1928F7211B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19687" y="614836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1A69C35-22B5-B4CE-D5A6-6565CB9175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6973" y="614836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C8BD0C-5493-F434-E77E-A2CD34B81D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9811" y="6148360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383570C-A064-57BA-264A-11805CCDC8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08392" y="6148360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88733A5-4A98-505B-AB2A-17E5A1E89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1247" y="6148360"/>
              <a:ext cx="274320" cy="2743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98290D1-9114-D151-F6F4-4451CF45FA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39018" y="6148360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C056803-9362-142E-E2C8-639BF4096F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6304" y="6148360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045A750-322E-16A5-FFB9-6936ED7A87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9142" y="6148360"/>
              <a:ext cx="274320" cy="2743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2D58C8F-898C-D1AF-E72C-F8D8056019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7723" y="6148360"/>
              <a:ext cx="274320" cy="2743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AABC483-A4D2-8065-517B-BBE0E33B28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6989" y="5348685"/>
              <a:ext cx="274320" cy="27432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D3B2A4B-893B-7CD7-FF8A-1373B1F5EF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6989" y="5740869"/>
              <a:ext cx="274320" cy="27432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255F2C1-BCE4-1E72-E0D7-7B90984413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6989" y="6147301"/>
              <a:ext cx="274320" cy="27432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9499842-28D6-5133-4776-585E0CFD2F16}"/>
                </a:ext>
              </a:extLst>
            </p:cNvPr>
            <p:cNvSpPr txBox="1"/>
            <p:nvPr/>
          </p:nvSpPr>
          <p:spPr>
            <a:xfrm>
              <a:off x="1655804" y="6425350"/>
              <a:ext cx="9894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Prompt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4D26F69-716E-4F8F-7AF1-A26DDA45DA51}"/>
                </a:ext>
              </a:extLst>
            </p:cNvPr>
            <p:cNvSpPr txBox="1"/>
            <p:nvPr/>
          </p:nvSpPr>
          <p:spPr>
            <a:xfrm>
              <a:off x="2635030" y="6425350"/>
              <a:ext cx="34498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Completions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1ACC48A-BB35-8253-0171-26CC6CE759BD}"/>
                </a:ext>
              </a:extLst>
            </p:cNvPr>
            <p:cNvSpPr txBox="1"/>
            <p:nvPr/>
          </p:nvSpPr>
          <p:spPr>
            <a:xfrm>
              <a:off x="6070487" y="6425350"/>
              <a:ext cx="11073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  <a:cs typeface="Times New Roman" panose="02020603050405020304" pitchFamily="18" charset="0"/>
                </a:rPr>
                <a:t>Rewards</a:t>
              </a:r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1A4B21-E917-5B09-E374-8072CD901857}"/>
              </a:ext>
            </a:extLst>
          </p:cNvPr>
          <p:cNvSpPr/>
          <p:nvPr/>
        </p:nvSpPr>
        <p:spPr>
          <a:xfrm>
            <a:off x="1410055" y="-136732"/>
            <a:ext cx="6306359" cy="3110668"/>
          </a:xfrm>
          <a:prstGeom prst="rect">
            <a:avLst/>
          </a:prstGeom>
          <a:noFill/>
          <a:ln w="349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9F5DAAB-272A-8D96-38A2-9D800241C38F}"/>
              </a:ext>
            </a:extLst>
          </p:cNvPr>
          <p:cNvSpPr/>
          <p:nvPr/>
        </p:nvSpPr>
        <p:spPr>
          <a:xfrm>
            <a:off x="1410055" y="3102139"/>
            <a:ext cx="6306359" cy="3755862"/>
          </a:xfrm>
          <a:prstGeom prst="rect">
            <a:avLst/>
          </a:prstGeom>
          <a:noFill/>
          <a:ln w="349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A47CF86-662D-4B4B-573D-F34C8A4E47E0}"/>
              </a:ext>
            </a:extLst>
          </p:cNvPr>
          <p:cNvCxnSpPr/>
          <p:nvPr/>
        </p:nvCxnSpPr>
        <p:spPr>
          <a:xfrm>
            <a:off x="1427147" y="4883210"/>
            <a:ext cx="6306359" cy="0"/>
          </a:xfrm>
          <a:prstGeom prst="line">
            <a:avLst/>
          </a:prstGeom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11CA255-15A4-26BF-E192-34AA0BEEFA7A}"/>
              </a:ext>
            </a:extLst>
          </p:cNvPr>
          <p:cNvCxnSpPr/>
          <p:nvPr/>
        </p:nvCxnSpPr>
        <p:spPr>
          <a:xfrm>
            <a:off x="1403439" y="3685375"/>
            <a:ext cx="6306359" cy="0"/>
          </a:xfrm>
          <a:prstGeom prst="line">
            <a:avLst/>
          </a:prstGeom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4B00C84-E6C1-38AC-83CB-ED779602B70F}"/>
              </a:ext>
            </a:extLst>
          </p:cNvPr>
          <p:cNvCxnSpPr/>
          <p:nvPr/>
        </p:nvCxnSpPr>
        <p:spPr>
          <a:xfrm>
            <a:off x="1386347" y="393820"/>
            <a:ext cx="6306359" cy="0"/>
          </a:xfrm>
          <a:prstGeom prst="line">
            <a:avLst/>
          </a:prstGeom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51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55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Billy(Tianyi) Ma</dc:creator>
  <cp:lastModifiedBy>Billy(Tianyi) Ma</cp:lastModifiedBy>
  <cp:revision>3</cp:revision>
  <dcterms:created xsi:type="dcterms:W3CDTF">2026-01-12T17:57:33Z</dcterms:created>
  <dcterms:modified xsi:type="dcterms:W3CDTF">2026-01-13T00:57:32Z</dcterms:modified>
</cp:coreProperties>
</file>